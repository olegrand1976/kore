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2" r:id="rId3"/>
    <p:sldId id="293" r:id="rId4"/>
    <p:sldId id="295" r:id="rId5"/>
    <p:sldId id="294" r:id="rId6"/>
    <p:sldId id="296" r:id="rId7"/>
    <p:sldId id="302" r:id="rId8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09/11/2009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contact@beesoftware.net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158" y="2000240"/>
            <a:ext cx="60722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1 mission </a:t>
            </a:r>
          </a:p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pour n Collaborateurs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Gestion des missions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285852" y="5143512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la liste des missions affichent les missions par collaborateur et par date.</a:t>
            </a:r>
          </a:p>
          <a:p>
            <a:r>
              <a:rPr lang="fr-FR" sz="1600" dirty="0" smtClean="0"/>
              <a:t>Vous pouvez remarquer que la mission 340 apparait 2 fois.</a:t>
            </a:r>
          </a:p>
          <a:p>
            <a:endParaRPr lang="fr-FR" sz="1600" dirty="0" smtClean="0"/>
          </a:p>
          <a:p>
            <a:r>
              <a:rPr lang="fr-FR" sz="1600" dirty="0" smtClean="0"/>
              <a:t>Pour gérer la mission, cliquer sur le bouton détail, puis le sous menu Collaborateur</a:t>
            </a:r>
            <a:endParaRPr lang="fr-FR" sz="16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00270"/>
            <a:ext cx="8501122" cy="2270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Suivi des collaborateurs en mission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285852" y="5143512"/>
            <a:ext cx="71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Grâce à ce menu, il est désormais possible d’affecter plusieurs collaborateurs</a:t>
            </a:r>
          </a:p>
          <a:p>
            <a:r>
              <a:rPr lang="fr-FR" sz="1600" dirty="0" smtClean="0"/>
              <a:t>à la même mission.</a:t>
            </a:r>
            <a:endParaRPr lang="fr-FR" sz="16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1928802"/>
            <a:ext cx="59626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Autre correctifs et évolutions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Génération du CRA automatique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571736" y="2428868"/>
            <a:ext cx="6000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Suite aux différentes remontées que nous avons eux,</a:t>
            </a:r>
          </a:p>
          <a:p>
            <a:r>
              <a:rPr lang="fr-FR" sz="1600" dirty="0" smtClean="0"/>
              <a:t>nous avons modifié la génération du CRA du collaborateur lors de la création de la  mission.</a:t>
            </a:r>
          </a:p>
          <a:p>
            <a:endParaRPr lang="fr-FR" sz="1600" dirty="0" smtClean="0"/>
          </a:p>
          <a:p>
            <a:r>
              <a:rPr lang="fr-FR" sz="1600" dirty="0" smtClean="0"/>
              <a:t>Désormais, B-Hive ne crée plus une journée en mission si :</a:t>
            </a:r>
          </a:p>
          <a:p>
            <a:pPr>
              <a:buFont typeface="Arial" pitchFamily="34" charset="0"/>
              <a:buChar char="•"/>
            </a:pPr>
            <a:r>
              <a:rPr lang="fr-FR" sz="1600" dirty="0" smtClean="0"/>
              <a:t> Votre collaborateur est en congés</a:t>
            </a:r>
          </a:p>
          <a:p>
            <a:pPr>
              <a:buFont typeface="Arial" pitchFamily="34" charset="0"/>
              <a:buChar char="•"/>
            </a:pPr>
            <a:r>
              <a:rPr lang="fr-FR" sz="1600" dirty="0" smtClean="0"/>
              <a:t> C</a:t>
            </a:r>
            <a:r>
              <a:rPr lang="fr-FR" sz="1600" dirty="0" smtClean="0"/>
              <a:t>e jour est un jour férié</a:t>
            </a:r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Autre correctifs et évolutions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Gestion des congés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571736" y="2428868"/>
            <a:ext cx="60007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Suite aux </a:t>
            </a:r>
            <a:r>
              <a:rPr lang="fr-FR" sz="1600" smtClean="0"/>
              <a:t>différentes remontées </a:t>
            </a:r>
            <a:r>
              <a:rPr lang="fr-FR" sz="1600" dirty="0" smtClean="0"/>
              <a:t>que nous avons eux,</a:t>
            </a:r>
          </a:p>
          <a:p>
            <a:r>
              <a:rPr lang="fr-FR" sz="1600" dirty="0" smtClean="0"/>
              <a:t>nous avons intégré la gestion des jours fériés dans le calcul du nombre de jour de congés.</a:t>
            </a:r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contact@beesoftware.net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3228</TotalTime>
  <Words>257</Words>
  <Application>Microsoft PowerPoint</Application>
  <PresentationFormat>Affichage à l'écran (4:3)</PresentationFormat>
  <Paragraphs>45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284</cp:revision>
  <dcterms:created xsi:type="dcterms:W3CDTF">2008-08-18T15:51:12Z</dcterms:created>
  <dcterms:modified xsi:type="dcterms:W3CDTF">2009-11-09T11:53:48Z</dcterms:modified>
</cp:coreProperties>
</file>