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91" r:id="rId2"/>
    <p:sldId id="292" r:id="rId3"/>
    <p:sldId id="293" r:id="rId4"/>
    <p:sldId id="295" r:id="rId5"/>
    <p:sldId id="294" r:id="rId6"/>
    <p:sldId id="304" r:id="rId7"/>
    <p:sldId id="296" r:id="rId8"/>
    <p:sldId id="302" r:id="rId9"/>
  </p:sldIdLst>
  <p:sldSz cx="9144000" cy="6858000" type="screen4x3"/>
  <p:notesSz cx="9144000" cy="6858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9FF"/>
    <a:srgbClr val="66CCFF"/>
    <a:srgbClr val="A50021"/>
    <a:srgbClr val="3028D0"/>
  </p:clrMru>
</p:presentationPr>
</file>

<file path=ppt/tableStyles.xml><?xml version="1.0" encoding="utf-8"?>
<a:tblStyleLst xmlns:a="http://schemas.openxmlformats.org/drawingml/2006/main" def="{5C22544A-7EE6-4342-B048-85BDC9FD1C3A}">
  <a:tblStyle styleId="{D03447BB-5D67-496B-8E87-E561075AD55C}" styleName="Style foncé 1 - Accentuation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4801" autoAdjust="0"/>
    <p:restoredTop sz="87207" autoAdjust="0"/>
  </p:normalViewPr>
  <p:slideViewPr>
    <p:cSldViewPr>
      <p:cViewPr>
        <p:scale>
          <a:sx n="70" d="100"/>
          <a:sy n="70" d="100"/>
        </p:scale>
        <p:origin x="-1566" y="-29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dirty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D96D707-4BF9-4416-815E-7FBB62B5D3FB}" type="datetimeFigureOut">
              <a:rPr lang="fr-FR"/>
              <a:pPr>
                <a:defRPr/>
              </a:pPr>
              <a:t>02/11/2009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dirty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dirty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B9C113EF-EFAE-4E56-A4CD-2354ECA62798}" type="slidenum">
              <a:rPr lang="fr-FR"/>
              <a:pPr>
                <a:defRPr/>
              </a:pPr>
              <a:t>‹N°›</a:t>
            </a:fld>
            <a:endParaRPr lang="fr-F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028"/>
            <a:ext cx="7772400" cy="1470422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7F701B-1A8E-4393-B155-FBB43ECA9A63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FE60B1-84BB-4F9C-A980-E51473995D04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1784" y="44065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1784" y="2906316"/>
            <a:ext cx="7772400" cy="1500188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5E90F4-C108-49B4-949C-C2E13BA695E5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784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73600" y="1981200"/>
            <a:ext cx="3784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BCFE6D-2A41-4831-A6C1-EAC601A88445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5035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4716"/>
            <a:ext cx="4040717" cy="64055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5272"/>
            <a:ext cx="4040717" cy="395049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6085" y="1534716"/>
            <a:ext cx="4040716" cy="64055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6085" y="2175272"/>
            <a:ext cx="4040716" cy="395049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7D94D4-AFC8-4770-BF7E-648C4A5DFFC4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44C9F1-5BD5-4DC2-8838-1EB259572760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6E74AD-B0B7-4E42-A636-484A2FD68FFA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2654"/>
            <a:ext cx="30077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1" y="272653"/>
            <a:ext cx="511174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4703"/>
            <a:ext cx="30077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56BCDC-7445-46C4-9A39-7CF115F760DD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817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817" y="613172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dirty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817" y="5367337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9B2B7A-534A-4F86-9D30-7DBAD6B9B942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70424D-4E16-40E1-AB72-499712588C95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1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1" y="609600"/>
            <a:ext cx="56261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173EF7-CF1F-4008-B78B-0AC241F12776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modifier le style du titre du masque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modifier les styles du texte du masque</a:t>
            </a:r>
          </a:p>
          <a:p>
            <a:pPr lvl="1"/>
            <a:r>
              <a:rPr lang="en-GB" smtClean="0"/>
              <a:t>Deuxième niveau</a:t>
            </a:r>
          </a:p>
          <a:p>
            <a:pPr lvl="2"/>
            <a:r>
              <a:rPr lang="en-GB" smtClean="0"/>
              <a:t>Troisième niveau</a:t>
            </a:r>
          </a:p>
          <a:p>
            <a:pPr lvl="3"/>
            <a:r>
              <a:rPr lang="en-GB" smtClean="0"/>
              <a:t>Quatrième niveau</a:t>
            </a:r>
          </a:p>
          <a:p>
            <a:pPr lvl="4"/>
            <a:r>
              <a:rPr lang="en-GB" smtClean="0"/>
              <a:t>Cinquième niveau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dirty="0">
                <a:latin typeface="Times New Roman" charset="0"/>
                <a:cs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dirty="0">
                <a:latin typeface="Times New Roman" charset="0"/>
                <a:cs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charset="0"/>
                <a:cs typeface="Times New Roman" charset="0"/>
              </a:defRPr>
            </a:lvl1pPr>
          </a:lstStyle>
          <a:p>
            <a:pPr>
              <a:defRPr/>
            </a:pPr>
            <a:fld id="{6C8F8472-4403-4D36-A783-8BB39D8EEF98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ZoneTexte 5"/>
          <p:cNvSpPr txBox="1"/>
          <p:nvPr/>
        </p:nvSpPr>
        <p:spPr>
          <a:xfrm>
            <a:off x="6357938" y="1785938"/>
            <a:ext cx="2428875" cy="738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fr-FR" sz="4200" dirty="0">
                <a:solidFill>
                  <a:schemeClr val="accent2">
                    <a:lumMod val="75000"/>
                  </a:schemeClr>
                </a:solidFill>
                <a:latin typeface="CordiaUPC" pitchFamily="34" charset="-34"/>
                <a:cs typeface="CordiaUPC" pitchFamily="34" charset="-34"/>
              </a:rPr>
              <a:t>Bee Software</a:t>
            </a:r>
          </a:p>
        </p:txBody>
      </p:sp>
      <p:sp>
        <p:nvSpPr>
          <p:cNvPr id="7175" name="ZoneTexte 3"/>
          <p:cNvSpPr txBox="1">
            <a:spLocks noChangeArrowheads="1"/>
          </p:cNvSpPr>
          <p:nvPr/>
        </p:nvSpPr>
        <p:spPr bwMode="auto">
          <a:xfrm>
            <a:off x="6429375" y="2527300"/>
            <a:ext cx="22860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sz="1200" dirty="0" smtClean="0">
                <a:latin typeface="Calibri" pitchFamily="34" charset="0"/>
              </a:rPr>
              <a:t>Tel. 33 (0)3 62 27 62 38</a:t>
            </a:r>
          </a:p>
          <a:p>
            <a:pPr algn="ctr"/>
            <a:r>
              <a:rPr lang="fr-FR" sz="1200" dirty="0" smtClean="0">
                <a:latin typeface="Calibri" pitchFamily="34" charset="0"/>
              </a:rPr>
              <a:t>Gsm 33 (0)6 26 08 62 84</a:t>
            </a:r>
          </a:p>
          <a:p>
            <a:pPr algn="ctr"/>
            <a:r>
              <a:rPr lang="fr-FR" sz="1200" dirty="0" smtClean="0">
                <a:latin typeface="Calibri" pitchFamily="34" charset="0"/>
              </a:rPr>
              <a:t>Fax. 33 (0)3 62 27 62 39</a:t>
            </a:r>
          </a:p>
          <a:p>
            <a:pPr algn="ctr"/>
            <a:endParaRPr lang="fr-FR" sz="1200" dirty="0" smtClean="0">
              <a:latin typeface="Calibri" pitchFamily="34" charset="0"/>
            </a:endParaRPr>
          </a:p>
          <a:p>
            <a:pPr algn="ctr"/>
            <a:r>
              <a:rPr lang="fr-FR" sz="1200" dirty="0" smtClean="0">
                <a:latin typeface="Calibri" pitchFamily="34" charset="0"/>
              </a:rPr>
              <a:t>E-mail. contact@beesoftware.net</a:t>
            </a:r>
          </a:p>
          <a:p>
            <a:pPr algn="ctr"/>
            <a:endParaRPr lang="fr-FR" sz="1200" dirty="0">
              <a:latin typeface="Calibri" pitchFamily="34" charset="0"/>
            </a:endParaRPr>
          </a:p>
        </p:txBody>
      </p:sp>
      <p:pic>
        <p:nvPicPr>
          <p:cNvPr id="7176" name="Image 11" descr="Bee-Software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643688" y="5357813"/>
            <a:ext cx="2000250" cy="912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7" name="ZoneTexte 13"/>
          <p:cNvSpPr txBox="1">
            <a:spLocks noChangeArrowheads="1"/>
          </p:cNvSpPr>
          <p:nvPr/>
        </p:nvSpPr>
        <p:spPr bwMode="auto">
          <a:xfrm rot="5400000">
            <a:off x="-730250" y="5770563"/>
            <a:ext cx="17859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sz="1000" dirty="0" err="1"/>
              <a:t>Beesoftware</a:t>
            </a:r>
            <a:r>
              <a:rPr lang="fr-FR" sz="1000" dirty="0"/>
              <a:t> – Septembre 2008</a:t>
            </a:r>
          </a:p>
        </p:txBody>
      </p:sp>
      <p:sp>
        <p:nvSpPr>
          <p:cNvPr id="10" name="ZoneTexte 8"/>
          <p:cNvSpPr txBox="1">
            <a:spLocks noChangeArrowheads="1"/>
          </p:cNvSpPr>
          <p:nvPr/>
        </p:nvSpPr>
        <p:spPr bwMode="auto">
          <a:xfrm>
            <a:off x="857250" y="5572125"/>
            <a:ext cx="500062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fr-FR" sz="4800" dirty="0" smtClean="0">
                <a:solidFill>
                  <a:schemeClr val="accent2">
                    <a:lumMod val="75000"/>
                  </a:schemeClr>
                </a:solidFill>
                <a:latin typeface="CordiaUPC" pitchFamily="34" charset="-34"/>
                <a:cs typeface="CordiaUPC" pitchFamily="34" charset="-34"/>
              </a:rPr>
              <a:t>www.beesoftware.net</a:t>
            </a:r>
            <a:endParaRPr lang="fr-FR" sz="4800" dirty="0">
              <a:solidFill>
                <a:schemeClr val="accent2">
                  <a:lumMod val="75000"/>
                </a:schemeClr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1472" y="2000240"/>
            <a:ext cx="521497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sz="6000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Présentation</a:t>
            </a:r>
          </a:p>
          <a:p>
            <a:pPr algn="ctr">
              <a:defRPr/>
            </a:pPr>
            <a:r>
              <a:rPr lang="fr-FR" sz="6000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U.O.</a:t>
            </a:r>
            <a:endParaRPr lang="fr-FR" sz="6000" dirty="0" smtClean="0">
              <a:solidFill>
                <a:schemeClr val="accent2">
                  <a:lumMod val="50000"/>
                </a:schemeClr>
              </a:solidFill>
              <a:latin typeface="Cooper Black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7" name="ZoneTexte 6"/>
          <p:cNvSpPr txBox="1">
            <a:spLocks noChangeArrowheads="1"/>
          </p:cNvSpPr>
          <p:nvPr/>
        </p:nvSpPr>
        <p:spPr bwMode="auto">
          <a:xfrm>
            <a:off x="1571604" y="357166"/>
            <a:ext cx="7143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Saisie de l’UO pour un collaborateur/Client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9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Suivi en temps réel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7" name="Image 16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28596" y="1500174"/>
            <a:ext cx="8358214" cy="31965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ZoneTexte 7"/>
          <p:cNvSpPr txBox="1"/>
          <p:nvPr/>
        </p:nvSpPr>
        <p:spPr>
          <a:xfrm>
            <a:off x="1285852" y="5143512"/>
            <a:ext cx="7143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Pour chaque application (et donc pour chaque client), il est possible de définir le coût</a:t>
            </a:r>
          </a:p>
          <a:p>
            <a:r>
              <a:rPr lang="fr-FR" sz="1600" dirty="0" smtClean="0"/>
              <a:t>Journalier et le nombre d’UO que représente le collaborateur.</a:t>
            </a:r>
            <a:br>
              <a:rPr lang="fr-FR" sz="1600" dirty="0" smtClean="0"/>
            </a:br>
            <a:endParaRPr lang="fr-FR" sz="1600" dirty="0" smtClean="0"/>
          </a:p>
          <a:p>
            <a:r>
              <a:rPr lang="fr-FR" sz="1600" dirty="0" smtClean="0"/>
              <a:t>Remarque : Le nombre d’UO s’applique pour une demi-journée de prestation</a:t>
            </a:r>
            <a:endParaRPr lang="fr-FR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ZoneTexte 6"/>
          <p:cNvSpPr txBox="1">
            <a:spLocks noChangeArrowheads="1"/>
          </p:cNvSpPr>
          <p:nvPr/>
        </p:nvSpPr>
        <p:spPr bwMode="auto">
          <a:xfrm rot="16200000">
            <a:off x="6074892" y="3503108"/>
            <a:ext cx="5786454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Accessible sur Internet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sp>
        <p:nvSpPr>
          <p:cNvPr id="12" name="ZoneTexte 6"/>
          <p:cNvSpPr txBox="1">
            <a:spLocks noChangeArrowheads="1"/>
          </p:cNvSpPr>
          <p:nvPr/>
        </p:nvSpPr>
        <p:spPr bwMode="auto">
          <a:xfrm>
            <a:off x="785786" y="357166"/>
            <a:ext cx="7929618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Estimation en UO</a:t>
            </a:r>
            <a:endParaRPr lang="fr-FR" sz="28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13" name="Image 12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85720" y="1785926"/>
            <a:ext cx="8643966" cy="29982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ZoneTexte 8"/>
          <p:cNvSpPr txBox="1"/>
          <p:nvPr/>
        </p:nvSpPr>
        <p:spPr>
          <a:xfrm>
            <a:off x="1285852" y="5143512"/>
            <a:ext cx="7143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La saisie en UO n’est pas obligatoire. </a:t>
            </a:r>
            <a:r>
              <a:rPr lang="fr-FR" sz="1600" dirty="0" smtClean="0"/>
              <a:t/>
            </a:r>
            <a:br>
              <a:rPr lang="fr-FR" sz="1600" dirty="0" smtClean="0"/>
            </a:br>
            <a:endParaRPr lang="fr-FR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ZoneTexte 6"/>
          <p:cNvSpPr txBox="1">
            <a:spLocks noChangeArrowheads="1"/>
          </p:cNvSpPr>
          <p:nvPr/>
        </p:nvSpPr>
        <p:spPr bwMode="auto">
          <a:xfrm rot="16200000">
            <a:off x="6146330" y="3574546"/>
            <a:ext cx="564357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Ergonomie conviviale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9" name="Image 8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0" name="ZoneTexte 6"/>
          <p:cNvSpPr txBox="1">
            <a:spLocks noChangeArrowheads="1"/>
          </p:cNvSpPr>
          <p:nvPr/>
        </p:nvSpPr>
        <p:spPr bwMode="auto">
          <a:xfrm>
            <a:off x="785786" y="357166"/>
            <a:ext cx="7929618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Devis en UO</a:t>
            </a:r>
            <a:endParaRPr lang="fr-FR" sz="28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28596" y="1714488"/>
            <a:ext cx="8286808" cy="2944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ZoneTexte 14"/>
          <p:cNvSpPr txBox="1"/>
          <p:nvPr/>
        </p:nvSpPr>
        <p:spPr>
          <a:xfrm>
            <a:off x="1285852" y="5143512"/>
            <a:ext cx="7143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La saisie en UO n’est pas obligatoire.</a:t>
            </a:r>
          </a:p>
          <a:p>
            <a:r>
              <a:rPr lang="fr-FR" sz="1600" dirty="0" smtClean="0"/>
              <a:t>Si le devis en UO existe, il remplacera l’estimation en UO dans les différentes interface utilisant cette notion (suivi budgétaire / analyse des prestations)</a:t>
            </a:r>
            <a:endParaRPr lang="fr-FR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Innovant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3" name="Image 12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14282" y="1857364"/>
            <a:ext cx="8786842" cy="213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ZoneTexte 6"/>
          <p:cNvSpPr txBox="1">
            <a:spLocks noChangeArrowheads="1"/>
          </p:cNvSpPr>
          <p:nvPr/>
        </p:nvSpPr>
        <p:spPr bwMode="auto">
          <a:xfrm>
            <a:off x="785786" y="357166"/>
            <a:ext cx="7929618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Suivi budgétaire </a:t>
            </a:r>
          </a:p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</a:t>
            </a:r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n Jour / en UO / en Euro</a:t>
            </a:r>
            <a:endParaRPr lang="fr-FR" sz="28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19" name="ZoneTexte 18"/>
          <p:cNvSpPr txBox="1"/>
          <p:nvPr/>
        </p:nvSpPr>
        <p:spPr>
          <a:xfrm>
            <a:off x="1285852" y="5143512"/>
            <a:ext cx="7143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Le suivi budgétaire en UO et en Euro tient compte du paramétrage saisi par </a:t>
            </a:r>
          </a:p>
          <a:p>
            <a:r>
              <a:rPr lang="fr-FR" sz="1600" dirty="0" smtClean="0"/>
              <a:t>Application et par collaborateur</a:t>
            </a:r>
            <a:endParaRPr lang="fr-FR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ZoneTexte 6"/>
          <p:cNvSpPr txBox="1">
            <a:spLocks noChangeArrowheads="1"/>
          </p:cNvSpPr>
          <p:nvPr/>
        </p:nvSpPr>
        <p:spPr bwMode="auto">
          <a:xfrm rot="16200000">
            <a:off x="6146330" y="3574546"/>
            <a:ext cx="564357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Interface simplifiée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9" name="Image 8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0" name="ZoneTexte 6"/>
          <p:cNvSpPr txBox="1">
            <a:spLocks noChangeArrowheads="1"/>
          </p:cNvSpPr>
          <p:nvPr/>
        </p:nvSpPr>
        <p:spPr bwMode="auto">
          <a:xfrm>
            <a:off x="785786" y="357166"/>
            <a:ext cx="7929618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Analyse de la prestation par client</a:t>
            </a:r>
            <a:endParaRPr lang="fr-FR" sz="2800" b="1" u="sng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14282" y="1928802"/>
            <a:ext cx="8429652" cy="1939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ZoneTexte 15"/>
          <p:cNvSpPr txBox="1"/>
          <p:nvPr/>
        </p:nvSpPr>
        <p:spPr>
          <a:xfrm>
            <a:off x="1285852" y="5143512"/>
            <a:ext cx="7143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Le suivi budgétaire en UO et en Euro tient compte du paramétrage saisi par </a:t>
            </a:r>
          </a:p>
          <a:p>
            <a:r>
              <a:rPr lang="fr-FR" sz="1600" dirty="0" smtClean="0"/>
              <a:t>Application et par collaborateur</a:t>
            </a:r>
          </a:p>
          <a:p>
            <a:endParaRPr lang="fr-FR" sz="1600" dirty="0" smtClean="0"/>
          </a:p>
          <a:p>
            <a:r>
              <a:rPr lang="fr-FR" sz="1600" dirty="0" smtClean="0"/>
              <a:t>On affiche pour un client (ici Bee Software), tous les collaborateurs qui ont travaillé pour leurs applications (en jour et en Euro) </a:t>
            </a:r>
            <a:endParaRPr lang="fr-FR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3" name="ZoneTexte 6"/>
          <p:cNvSpPr txBox="1">
            <a:spLocks noChangeArrowheads="1"/>
          </p:cNvSpPr>
          <p:nvPr/>
        </p:nvSpPr>
        <p:spPr bwMode="auto">
          <a:xfrm>
            <a:off x="4357686" y="2000240"/>
            <a:ext cx="3429028" cy="29546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6000" dirty="0" smtClean="0">
                <a:latin typeface="CordiaUPC" pitchFamily="34" charset="-34"/>
                <a:cs typeface="CordiaUPC" pitchFamily="34" charset="-34"/>
              </a:rPr>
              <a:t>Bee </a:t>
            </a:r>
            <a:r>
              <a:rPr lang="fr-FR" sz="6000" dirty="0" smtClean="0">
                <a:latin typeface="CordiaUPC" pitchFamily="34" charset="-34"/>
                <a:cs typeface="CordiaUPC" pitchFamily="34" charset="-34"/>
              </a:rPr>
              <a:t>Software</a:t>
            </a:r>
            <a:endParaRPr lang="fr-FR" sz="1800" dirty="0" smtClean="0">
              <a:latin typeface="Arial" charset="0"/>
              <a:cs typeface="Arial" charset="0"/>
            </a:endParaRPr>
          </a:p>
          <a:p>
            <a:pPr algn="ctr"/>
            <a:r>
              <a:rPr lang="fr-FR" sz="1800" dirty="0" smtClean="0">
                <a:latin typeface="Calibri" pitchFamily="34" charset="0"/>
              </a:rPr>
              <a:t>Tel. 33 (0)3 62 27 62 38</a:t>
            </a:r>
          </a:p>
          <a:p>
            <a:pPr algn="ctr"/>
            <a:r>
              <a:rPr lang="fr-FR" sz="1800" dirty="0" smtClean="0">
                <a:latin typeface="Calibri" pitchFamily="34" charset="0"/>
              </a:rPr>
              <a:t>Gsm 33 (0)6 26 08 62 84</a:t>
            </a:r>
          </a:p>
          <a:p>
            <a:pPr algn="ctr"/>
            <a:r>
              <a:rPr lang="fr-FR" sz="1800" dirty="0" smtClean="0">
                <a:latin typeface="Calibri" pitchFamily="34" charset="0"/>
              </a:rPr>
              <a:t>Fax. 33 (0)3 62 27 62 39</a:t>
            </a:r>
          </a:p>
          <a:p>
            <a:pPr algn="ctr"/>
            <a:endParaRPr lang="fr-FR" sz="1800" dirty="0" smtClean="0">
              <a:latin typeface="Calibri" pitchFamily="34" charset="0"/>
            </a:endParaRPr>
          </a:p>
          <a:p>
            <a:pPr algn="ctr"/>
            <a:r>
              <a:rPr lang="fr-FR" sz="1800" dirty="0" smtClean="0">
                <a:latin typeface="Calibri" pitchFamily="34" charset="0"/>
              </a:rPr>
              <a:t>E-mail. </a:t>
            </a:r>
            <a:r>
              <a:rPr lang="fr-FR" sz="1800" dirty="0" smtClean="0">
                <a:latin typeface="Calibri" pitchFamily="34" charset="0"/>
              </a:rPr>
              <a:t>contact@beesoftware.net</a:t>
            </a:r>
            <a:endParaRPr lang="fr-FR" sz="1800" dirty="0" smtClean="0">
              <a:latin typeface="Arial" charset="0"/>
              <a:cs typeface="Arial" charset="0"/>
            </a:endParaRPr>
          </a:p>
          <a:p>
            <a:endParaRPr lang="fr-FR" sz="1800" dirty="0" smtClean="0">
              <a:latin typeface="Arial" charset="0"/>
              <a:cs typeface="Arial" charset="0"/>
            </a:endParaRPr>
          </a:p>
          <a:p>
            <a:r>
              <a:rPr lang="fr-FR" sz="1800" dirty="0" smtClean="0">
                <a:latin typeface="Arial" charset="0"/>
                <a:cs typeface="Arial" charset="0"/>
              </a:rPr>
              <a:t>http://www.beesoftware.net</a:t>
            </a:r>
          </a:p>
        </p:txBody>
      </p:sp>
      <p:sp>
        <p:nvSpPr>
          <p:cNvPr id="4107" name="ZoneTexte 10"/>
          <p:cNvSpPr txBox="1">
            <a:spLocks noChangeArrowheads="1"/>
          </p:cNvSpPr>
          <p:nvPr/>
        </p:nvSpPr>
        <p:spPr bwMode="auto">
          <a:xfrm>
            <a:off x="0" y="6596063"/>
            <a:ext cx="3643313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100"/>
              <a:t>Copyright © 2008 beesoftware.net. All Rights Reserved</a:t>
            </a:r>
            <a:endParaRPr lang="fr-FR" sz="1100"/>
          </a:p>
        </p:txBody>
      </p:sp>
      <p:sp>
        <p:nvSpPr>
          <p:cNvPr id="9" name="ZoneTexte 6"/>
          <p:cNvSpPr txBox="1">
            <a:spLocks noChangeArrowheads="1"/>
          </p:cNvSpPr>
          <p:nvPr/>
        </p:nvSpPr>
        <p:spPr bwMode="auto">
          <a:xfrm>
            <a:off x="4500562" y="357166"/>
            <a:ext cx="4214842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54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Nous contacter</a:t>
            </a:r>
            <a:endParaRPr lang="fr-FR" sz="54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428564" y="2071678"/>
            <a:ext cx="8715436" cy="14465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400" b="1" dirty="0" smtClean="0">
                <a:latin typeface="Vivaldi" pitchFamily="66" charset="0"/>
                <a:cs typeface="Vrinda" pitchFamily="2" charset="0"/>
              </a:rPr>
              <a:t>« Faire simple est probablement l’objectif </a:t>
            </a:r>
          </a:p>
          <a:p>
            <a:pPr algn="ctr"/>
            <a:r>
              <a:rPr lang="fr-FR" sz="4400" b="1" dirty="0" smtClean="0">
                <a:latin typeface="Vivaldi" pitchFamily="66" charset="0"/>
                <a:cs typeface="Vrinda" pitchFamily="2" charset="0"/>
              </a:rPr>
              <a:t>le plus sophistiqué du monde »</a:t>
            </a:r>
            <a:endParaRPr lang="fr-FR" sz="4400" b="1" dirty="0">
              <a:latin typeface="Vivaldi" pitchFamily="66" charset="0"/>
              <a:cs typeface="Vrinda" pitchFamily="2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5357818" y="3714752"/>
            <a:ext cx="3714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accent6">
                    <a:lumMod val="75000"/>
                  </a:schemeClr>
                </a:solidFill>
                <a:latin typeface="CordiaUPC" pitchFamily="34" charset="-34"/>
                <a:cs typeface="CordiaUPC" pitchFamily="34" charset="-34"/>
              </a:rPr>
              <a:t>Steve Jobs (Co-fondateur d’Apple INC)</a:t>
            </a:r>
            <a:endParaRPr lang="fr-FR" b="1" dirty="0">
              <a:solidFill>
                <a:schemeClr val="accent6">
                  <a:lumMod val="75000"/>
                </a:schemeClr>
              </a:solidFill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5" name="Image 11" descr="Bee-Software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488" y="4786322"/>
            <a:ext cx="4070106" cy="185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dèle par défaut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3366CC"/>
      </a:hlink>
      <a:folHlink>
        <a:srgbClr val="0099CC"/>
      </a:folHlink>
    </a:clrScheme>
    <a:fontScheme name="Modèle par défaut">
      <a:majorFont>
        <a:latin typeface="Times New Roman"/>
        <a:ea typeface=""/>
        <a:cs typeface="Times New Roman"/>
      </a:majorFont>
      <a:minorFont>
        <a:latin typeface="Times New Roman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3210</TotalTime>
  <Words>263</Words>
  <Application>Microsoft PowerPoint</Application>
  <PresentationFormat>Affichage à l'écran (4:3)</PresentationFormat>
  <Paragraphs>46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Modèle par défaut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L.Hermez</dc:creator>
  <cp:lastModifiedBy>Madgic</cp:lastModifiedBy>
  <cp:revision>282</cp:revision>
  <dcterms:created xsi:type="dcterms:W3CDTF">2008-08-18T15:51:12Z</dcterms:created>
  <dcterms:modified xsi:type="dcterms:W3CDTF">2009-11-02T21:12:24Z</dcterms:modified>
</cp:coreProperties>
</file>