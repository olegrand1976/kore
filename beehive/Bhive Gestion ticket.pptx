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1" r:id="rId2"/>
    <p:sldId id="292" r:id="rId3"/>
    <p:sldId id="310" r:id="rId4"/>
    <p:sldId id="330" r:id="rId5"/>
    <p:sldId id="318" r:id="rId6"/>
    <p:sldId id="333" r:id="rId7"/>
    <p:sldId id="319" r:id="rId8"/>
    <p:sldId id="320" r:id="rId9"/>
    <p:sldId id="321" r:id="rId10"/>
    <p:sldId id="322" r:id="rId11"/>
    <p:sldId id="331" r:id="rId12"/>
    <p:sldId id="332" r:id="rId13"/>
    <p:sldId id="296" r:id="rId14"/>
    <p:sldId id="302" r:id="rId15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29/06/2013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bhive.fr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Gsm 33 (0)6 63 39 31 15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E-mail. staff@beesoftware.net</a:t>
            </a:r>
          </a:p>
          <a:p>
            <a:pPr algn="ctr"/>
            <a:endParaRPr lang="fr-FR" sz="1200" dirty="0">
              <a:latin typeface="Calibri" pitchFamily="34" charset="0"/>
            </a:endParaRP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554465" y="5984803"/>
            <a:ext cx="13572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</a:t>
            </a:r>
            <a:r>
              <a:rPr lang="fr-FR" sz="1000" dirty="0" smtClean="0"/>
              <a:t>2013</a:t>
            </a:r>
            <a:endParaRPr lang="fr-FR" sz="1000" dirty="0"/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720" y="1428736"/>
            <a:ext cx="614366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B-</a:t>
            </a:r>
            <a:r>
              <a:rPr lang="fr-FR" sz="6000" dirty="0" err="1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Hive</a:t>
            </a: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  <a:p>
            <a:pPr algn="ctr">
              <a:defRPr/>
            </a:pP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  <a:p>
            <a:pPr algn="ctr">
              <a:defRPr/>
            </a:pPr>
            <a:r>
              <a:rPr lang="fr-FR" sz="48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Gestion des tickets</a:t>
            </a:r>
            <a:endParaRPr lang="fr-FR" sz="54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Présentation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 produit réactif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1643042" y="1214422"/>
            <a:ext cx="6858048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Ce document doit vous permettre rapidement de démarrer avec B-Hive.</a:t>
            </a:r>
          </a:p>
          <a:p>
            <a:endParaRPr lang="fr-FR" sz="1600" dirty="0" smtClean="0"/>
          </a:p>
          <a:p>
            <a:r>
              <a:rPr lang="fr-FR" sz="1600" dirty="0" smtClean="0"/>
              <a:t>Il décrit en quelques étapes, les différentes interfaces permettant de gérer les demandes d’incident</a:t>
            </a:r>
          </a:p>
          <a:p>
            <a:endParaRPr lang="fr-FR" sz="1600" dirty="0" smtClean="0"/>
          </a:p>
          <a:p>
            <a:r>
              <a:rPr lang="fr-FR" sz="1600" dirty="0" smtClean="0"/>
              <a:t>Dans ce scénario, nous avons créé 3 utilisateurs ayant le compte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suivant:</a:t>
            </a:r>
          </a:p>
          <a:p>
            <a:pPr>
              <a:buFontTx/>
              <a:buChar char="-"/>
            </a:pPr>
            <a:r>
              <a:rPr lang="fr-FR" sz="1600" dirty="0" smtClean="0"/>
              <a:t>TES_CHEF : C’est le responsable d’une équipe de maintenance informatique, il se nomme M. CHEF Test. </a:t>
            </a:r>
          </a:p>
          <a:p>
            <a:pPr>
              <a:buFontTx/>
              <a:buChar char="-"/>
            </a:pPr>
            <a:r>
              <a:rPr lang="fr-FR" sz="1600" dirty="0" smtClean="0"/>
              <a:t>TES_DEVELOPPEUR: C’est un ingénieur en informatique, il se nomme M. DEVELOPPEUR Test.</a:t>
            </a:r>
          </a:p>
          <a:p>
            <a:pPr>
              <a:buFontTx/>
              <a:buChar char="-"/>
            </a:pPr>
            <a:r>
              <a:rPr lang="fr-FR" sz="1600" dirty="0" smtClean="0"/>
              <a:t>TES_UTILISATEUR, c’est un utilisateur du logiciel B-</a:t>
            </a:r>
            <a:r>
              <a:rPr lang="fr-FR" sz="1600" dirty="0" err="1" smtClean="0"/>
              <a:t>Hive</a:t>
            </a:r>
            <a:r>
              <a:rPr lang="fr-FR" sz="1600" dirty="0" smtClean="0"/>
              <a:t>, il remonte les problème qu’il rencontre</a:t>
            </a:r>
          </a:p>
          <a:p>
            <a:pPr>
              <a:buFontTx/>
              <a:buChar char="-"/>
            </a:pPr>
            <a:endParaRPr lang="fr-FR" sz="1600" dirty="0" smtClean="0"/>
          </a:p>
          <a:p>
            <a:pPr>
              <a:buFontTx/>
              <a:buChar char="-"/>
            </a:pPr>
            <a:r>
              <a:rPr lang="fr-FR" sz="1600" dirty="0" smtClean="0"/>
              <a:t>Pour tester, il vous suffit de vous connecter sur </a:t>
            </a:r>
            <a:r>
              <a:rPr lang="fr-FR" sz="1600" dirty="0" smtClean="0">
                <a:hlinkClick r:id="rId4"/>
              </a:rPr>
              <a:t>http://www.bhive.fr</a:t>
            </a:r>
            <a:endParaRPr lang="fr-FR" sz="1600" dirty="0" smtClean="0"/>
          </a:p>
          <a:p>
            <a:pPr>
              <a:buFontTx/>
              <a:buChar char="-"/>
            </a:pPr>
            <a:r>
              <a:rPr lang="fr-FR" sz="1600" dirty="0" smtClean="0"/>
              <a:t>Les 3 comptes </a:t>
            </a:r>
            <a:r>
              <a:rPr lang="fr-FR" sz="1600" dirty="0" err="1" smtClean="0"/>
              <a:t>Bhive</a:t>
            </a:r>
            <a:r>
              <a:rPr lang="fr-FR" sz="1600" dirty="0" smtClean="0"/>
              <a:t> utilisent le même mot de passe : </a:t>
            </a:r>
            <a:r>
              <a:rPr lang="fr-FR" sz="1600" dirty="0" err="1" smtClean="0"/>
              <a:t>bhive</a:t>
            </a:r>
            <a:r>
              <a:rPr lang="fr-FR" sz="1600" dirty="0" smtClean="0"/>
              <a:t>@2013</a:t>
            </a:r>
          </a:p>
          <a:p>
            <a:endParaRPr lang="fr-FR" sz="1600" dirty="0" smtClean="0"/>
          </a:p>
          <a:p>
            <a:r>
              <a:rPr lang="fr-FR" sz="1600" dirty="0" smtClean="0"/>
              <a:t>A noter  que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propose une gestion des demandes et non d’incident.</a:t>
            </a:r>
          </a:p>
          <a:p>
            <a:r>
              <a:rPr lang="fr-FR" sz="1600" dirty="0" smtClean="0"/>
              <a:t>Une demande peut donc être un incident informatique mais aussi une tache quelconque de support ou d’action.</a:t>
            </a:r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financier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utilisateur déclare un problème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1214414" y="4071942"/>
            <a:ext cx="71438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B-</a:t>
            </a:r>
            <a:r>
              <a:rPr lang="fr-FR" sz="1600" dirty="0" err="1" smtClean="0"/>
              <a:t>Hive</a:t>
            </a:r>
            <a:r>
              <a:rPr lang="fr-FR" sz="1600" dirty="0" smtClean="0"/>
              <a:t> propose une interface simplifiée.</a:t>
            </a:r>
          </a:p>
          <a:p>
            <a:endParaRPr lang="fr-FR" sz="1600" dirty="0" smtClean="0"/>
          </a:p>
          <a:p>
            <a:r>
              <a:rPr lang="fr-FR" sz="1600" dirty="0" smtClean="0"/>
              <a:t>L’utilisateur  ne voit que ce qu’il a besoin (activité / type), et bien entendu, l’ensemble est entièrement paramétrable.</a:t>
            </a:r>
          </a:p>
          <a:p>
            <a:endParaRPr lang="fr-FR" sz="1600" dirty="0" smtClean="0"/>
          </a:p>
          <a:p>
            <a:r>
              <a:rPr lang="fr-FR" sz="1600" dirty="0" smtClean="0"/>
              <a:t>Dans ce scénario de test, une activité dans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correspond au nom du logiciel.</a:t>
            </a:r>
          </a:p>
          <a:p>
            <a:r>
              <a:rPr lang="fr-FR" sz="1600" dirty="0" smtClean="0"/>
              <a:t>mais il n’est limité qu’a l’imagination de son administrateur. </a:t>
            </a:r>
          </a:p>
          <a:p>
            <a:r>
              <a:rPr lang="fr-FR" sz="1600" dirty="0" smtClean="0"/>
              <a:t>Il peut correspond à un service (plomberie, téléphonie, administratif, commerciale, RH), un logiciel, une marque d’un produit ou le nom d’une société partenaire.</a:t>
            </a:r>
          </a:p>
          <a:p>
            <a:pPr algn="ctr"/>
            <a:r>
              <a:rPr lang="fr-FR" sz="1600" b="1" dirty="0" smtClean="0"/>
              <a:t>Selon le paramétrage, une notification par mail est envoyée</a:t>
            </a:r>
          </a:p>
          <a:p>
            <a:endParaRPr lang="fr-FR" sz="16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 l="1758" t="25325" r="33789" b="44480"/>
          <a:stretch>
            <a:fillRect/>
          </a:stretch>
        </p:blipFill>
        <p:spPr bwMode="auto">
          <a:xfrm>
            <a:off x="571472" y="1500174"/>
            <a:ext cx="7858180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1357290" y="1571612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1571604" y="1928802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1142976" y="4857760"/>
            <a:ext cx="76438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Selon vos habitudes, votre chef peut affecter les demandes à un développeur.</a:t>
            </a:r>
          </a:p>
          <a:p>
            <a:r>
              <a:rPr lang="fr-FR" sz="1600" dirty="0" smtClean="0"/>
              <a:t>Le diagramme de GANTT du développeur est automatiquement mise à jour.</a:t>
            </a:r>
          </a:p>
          <a:p>
            <a:r>
              <a:rPr lang="fr-FR" sz="1600" dirty="0" smtClean="0"/>
              <a:t>Et il reçoit une notification par mail du travail à faire.</a:t>
            </a:r>
          </a:p>
          <a:p>
            <a:endParaRPr lang="fr-FR" sz="1600" dirty="0" smtClean="0"/>
          </a:p>
          <a:p>
            <a:pPr algn="ctr">
              <a:buFontTx/>
              <a:buChar char="-"/>
            </a:pPr>
            <a:r>
              <a:rPr lang="fr-FR" sz="1600" b="1" dirty="0" smtClean="0"/>
              <a:t>Optimisation des données en temps réel</a:t>
            </a:r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chef  affecte la demande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2910" y="1428736"/>
            <a:ext cx="74961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14876" y="2571744"/>
            <a:ext cx="2214578" cy="1185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1357290" y="1500174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1071538" y="3786190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vers le bas 14"/>
          <p:cNvSpPr/>
          <p:nvPr/>
        </p:nvSpPr>
        <p:spPr>
          <a:xfrm rot="3871125" flipH="1">
            <a:off x="7172798" y="2245596"/>
            <a:ext cx="415000" cy="11176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4282" y="4071942"/>
            <a:ext cx="64198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Flèche vers le bas 15"/>
          <p:cNvSpPr/>
          <p:nvPr/>
        </p:nvSpPr>
        <p:spPr>
          <a:xfrm flipH="1">
            <a:off x="5857884" y="3786190"/>
            <a:ext cx="256722" cy="4150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Simple, efficace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285852" y="4786322"/>
            <a:ext cx="71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développeur peut consulter toutes les demandes en cours pour ses activités.</a:t>
            </a:r>
          </a:p>
          <a:p>
            <a:endParaRPr lang="fr-FR" sz="1600" dirty="0" smtClean="0"/>
          </a:p>
          <a:p>
            <a:r>
              <a:rPr lang="fr-FR" sz="1600" dirty="0" smtClean="0"/>
              <a:t>Et grâce à l’icône        il peut modifier l’avancement de la demande.</a:t>
            </a: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développeur résout le problème</a:t>
            </a:r>
            <a:endParaRPr lang="fr-FR" sz="32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1714488"/>
            <a:ext cx="809625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56368" y="5267339"/>
            <a:ext cx="286872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Simple, efficace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285852" y="4786322"/>
            <a:ext cx="7143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Mon développeur a </a:t>
            </a:r>
            <a:r>
              <a:rPr lang="fr-FR" sz="1600" dirty="0" smtClean="0"/>
              <a:t>résolu </a:t>
            </a:r>
            <a:r>
              <a:rPr lang="fr-FR" sz="1600" dirty="0" smtClean="0"/>
              <a:t>le problème, il ferme </a:t>
            </a:r>
            <a:r>
              <a:rPr lang="fr-FR" sz="1600" dirty="0" smtClean="0"/>
              <a:t>le ticket </a:t>
            </a:r>
            <a:r>
              <a:rPr lang="fr-FR" sz="1600" dirty="0" smtClean="0"/>
              <a:t>[B-</a:t>
            </a:r>
            <a:r>
              <a:rPr lang="fr-FR" sz="1600" dirty="0" err="1" smtClean="0"/>
              <a:t>Hive</a:t>
            </a:r>
            <a:r>
              <a:rPr lang="fr-FR" sz="1600" dirty="0" smtClean="0"/>
              <a:t>] après avoir noté ses actions. Une notification prévient l’utilisateur</a:t>
            </a:r>
          </a:p>
          <a:p>
            <a:pPr algn="ctr"/>
            <a:r>
              <a:rPr lang="fr-FR" sz="1600" b="1" dirty="0" smtClean="0"/>
              <a:t>Simple – Rapide – Et bientôt sur </a:t>
            </a:r>
            <a:r>
              <a:rPr lang="fr-FR" sz="1600" b="1" dirty="0" err="1" smtClean="0"/>
              <a:t>Android</a:t>
            </a:r>
            <a:endParaRPr lang="fr-FR" sz="1600" b="1" dirty="0" smtClean="0"/>
          </a:p>
          <a:p>
            <a:r>
              <a:rPr lang="fr-FR" sz="1600" dirty="0" smtClean="0"/>
              <a:t>B-</a:t>
            </a:r>
            <a:r>
              <a:rPr lang="fr-FR" sz="1600" dirty="0" err="1" smtClean="0"/>
              <a:t>Hive</a:t>
            </a:r>
            <a:r>
              <a:rPr lang="fr-FR" sz="1600" dirty="0" smtClean="0"/>
              <a:t> peut proposer plus de procédure et de fonctionnalité comme : </a:t>
            </a:r>
          </a:p>
          <a:p>
            <a:pPr>
              <a:buFontTx/>
              <a:buChar char="-"/>
            </a:pPr>
            <a:r>
              <a:rPr lang="fr-FR" sz="1600" dirty="0" smtClean="0"/>
              <a:t> La présence d’un chef utilisateur qui filtre les demandes, Un code livraison pour une mise en production groupée,  plus d’état et de type pour une gestion de cycle de vie des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différente selon les services ou les fournisseurs, un devis, une estimation, une analyse technique, un scénario de test</a:t>
            </a: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développeur résout le problème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0100" y="1214422"/>
            <a:ext cx="716280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32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1142976" y="3929066"/>
            <a:ext cx="71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feuille de temps propose automatiquement le ticket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soumis.</a:t>
            </a:r>
          </a:p>
          <a:p>
            <a:r>
              <a:rPr lang="fr-FR" sz="1600" dirty="0" smtClean="0"/>
              <a:t>La feuille de temps est conforme a ce qu’il a besoin de connaitre à son niveau.</a:t>
            </a:r>
          </a:p>
          <a:p>
            <a:r>
              <a:rPr lang="fr-FR" sz="1600" dirty="0" smtClean="0"/>
              <a:t>Il n’y a donc pas de code budget a connaitre selon le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travaillé dans la journée</a:t>
            </a:r>
          </a:p>
          <a:p>
            <a:endParaRPr lang="fr-FR" sz="1600" dirty="0" smtClean="0"/>
          </a:p>
          <a:p>
            <a:pPr algn="ctr"/>
            <a:r>
              <a:rPr lang="fr-FR" sz="1600" b="1" dirty="0" smtClean="0"/>
              <a:t>Optimisation des données afin d’éviter la ressaisie</a:t>
            </a:r>
          </a:p>
          <a:p>
            <a:endParaRPr lang="fr-FR" sz="1600" dirty="0" smtClean="0"/>
          </a:p>
          <a:p>
            <a:endParaRPr lang="fr-FR" sz="1600" dirty="0" smtClean="0"/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développeur saisi sa feuille de temps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43042" y="2714620"/>
            <a:ext cx="785818" cy="285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714480" y="1857364"/>
            <a:ext cx="785818" cy="285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785926"/>
            <a:ext cx="7410450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Optimisation des données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chef  saisi sa feuille de temps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142976" y="3929066"/>
            <a:ext cx="7143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chef de projet peut saisir son temps sur des tickets ou sur une tache globale comme du suivi de projet (par exemple</a:t>
            </a:r>
            <a:r>
              <a:rPr lang="fr-FR" sz="1600" dirty="0" smtClean="0"/>
              <a:t>)</a:t>
            </a:r>
          </a:p>
          <a:p>
            <a:r>
              <a:rPr lang="fr-FR" sz="1600" dirty="0" smtClean="0"/>
              <a:t>Le suivi de projet peut être affecté au service  (pour un budget transversal par exemple) ou à une activité</a:t>
            </a:r>
            <a:endParaRPr lang="fr-FR" sz="1600" dirty="0" smtClean="0"/>
          </a:p>
          <a:p>
            <a:endParaRPr lang="fr-FR" sz="1600" b="1" dirty="0" smtClean="0"/>
          </a:p>
          <a:p>
            <a:r>
              <a:rPr lang="fr-FR" sz="1600" b="1" dirty="0" smtClean="0"/>
              <a:t>C’est B-</a:t>
            </a:r>
            <a:r>
              <a:rPr lang="fr-FR" sz="1600" b="1" dirty="0" err="1" smtClean="0"/>
              <a:t>Hive</a:t>
            </a:r>
            <a:r>
              <a:rPr lang="fr-FR" sz="1600" b="1" dirty="0" smtClean="0"/>
              <a:t> qui se charge de consolider les activités de la feuille de temps avec le budget défini au niveau </a:t>
            </a:r>
            <a:r>
              <a:rPr lang="fr-FR" sz="1600" b="1" dirty="0" smtClean="0"/>
              <a:t>administratif ou des managers</a:t>
            </a:r>
            <a:endParaRPr lang="fr-FR" sz="1600" b="1" dirty="0" smtClean="0"/>
          </a:p>
          <a:p>
            <a:endParaRPr lang="fr-FR" sz="1600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44" y="1500174"/>
            <a:ext cx="8643966" cy="1845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928662" y="2357430"/>
            <a:ext cx="642942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857224" y="1500174"/>
            <a:ext cx="642942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1142976" y="3857628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Les notes de frais sont intégrées dans B-</a:t>
            </a:r>
            <a:r>
              <a:rPr lang="fr-FR" sz="1600" dirty="0" err="1" smtClean="0"/>
              <a:t>Hive</a:t>
            </a:r>
            <a:r>
              <a:rPr lang="fr-FR" sz="1600" dirty="0" smtClean="0"/>
              <a:t>. Ils sont soit récurent soit ponctuelles.</a:t>
            </a:r>
          </a:p>
          <a:p>
            <a:r>
              <a:rPr lang="fr-FR" sz="1600" dirty="0" smtClean="0"/>
              <a:t>A chaque fois, votre collaborateur reste maitre de sa validation</a:t>
            </a:r>
          </a:p>
          <a:p>
            <a:endParaRPr lang="fr-FR" sz="1600" b="1" dirty="0" smtClean="0"/>
          </a:p>
          <a:p>
            <a:pPr algn="ctr"/>
            <a:r>
              <a:rPr lang="fr-FR" sz="1600" b="1" dirty="0" smtClean="0"/>
              <a:t>Gérer simplement les notes de frais</a:t>
            </a:r>
          </a:p>
          <a:p>
            <a:endParaRPr lang="fr-FR" sz="1600" b="1" dirty="0" smtClean="0"/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chef vérifie le </a:t>
            </a:r>
            <a:r>
              <a:rPr lang="fr-FR" sz="4000" b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budget restant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142976" y="4716860"/>
            <a:ext cx="7143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compte rendu de la feuille de temps, indique les jours présent chez le client ainsi que la note de frais</a:t>
            </a:r>
          </a:p>
          <a:p>
            <a:pPr algn="ctr"/>
            <a:r>
              <a:rPr lang="fr-FR" sz="1600" b="1" dirty="0" smtClean="0"/>
              <a:t>La transparence en temps réel</a:t>
            </a:r>
          </a:p>
          <a:p>
            <a:endParaRPr lang="fr-FR" sz="1600" dirty="0" smtClean="0"/>
          </a:p>
          <a:p>
            <a:r>
              <a:rPr lang="fr-FR" sz="1600" dirty="0" smtClean="0"/>
              <a:t>Selon votre paramétrage : il peut valider sa demande et saisir des informations sur sa mission pour la rédaction de son « CV » ou pour informer son commercial  </a:t>
            </a: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Autre utilisation de B-</a:t>
            </a:r>
            <a:r>
              <a:rPr lang="fr-FR" sz="40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r>
              <a:rPr lang="fr-FR" sz="4000" b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?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224" y="1714488"/>
            <a:ext cx="721995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3 logiciels en 1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 paramétrage de B-</a:t>
            </a:r>
            <a:r>
              <a:rPr lang="fr-FR" sz="40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1- Organigramme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357290" y="5000636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Créez simplement vos utilisateurs dans un organigramme.</a:t>
            </a:r>
          </a:p>
          <a:p>
            <a:r>
              <a:rPr lang="fr-FR" sz="1600" dirty="0" smtClean="0"/>
              <a:t>Le premier niveau indique les responsables de la société</a:t>
            </a:r>
          </a:p>
          <a:p>
            <a:r>
              <a:rPr lang="fr-FR" sz="1600" dirty="0" smtClean="0"/>
              <a:t>Le second niveau indique les responsables des sites ou d’agences</a:t>
            </a:r>
          </a:p>
          <a:p>
            <a:r>
              <a:rPr lang="fr-FR" sz="1600" dirty="0" smtClean="0"/>
              <a:t>Le troisième niveau indique les responsables de service</a:t>
            </a:r>
          </a:p>
          <a:p>
            <a:r>
              <a:rPr lang="fr-FR" sz="1600" dirty="0" smtClean="0"/>
              <a:t>Et enfin le dernier liste les collaborateurs du service.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28860" y="1857364"/>
            <a:ext cx="352425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713044"/>
            <a:ext cx="564357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36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Ticket / Feuille de temps / Budget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 paramétrage de B-</a:t>
            </a:r>
            <a:r>
              <a:rPr lang="fr-FR" sz="40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2- Activer les interfaces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214414" y="5500702"/>
            <a:ext cx="7215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Configurer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selon vos besoins : une interface simple ou complexe</a:t>
            </a:r>
          </a:p>
          <a:p>
            <a:endParaRPr lang="fr-FR" sz="1600" dirty="0" smtClean="0"/>
          </a:p>
          <a:p>
            <a:pPr algn="ctr"/>
            <a:r>
              <a:rPr lang="fr-FR" sz="1600" b="1" dirty="0" smtClean="0"/>
              <a:t>Aucune contrainte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71670" y="1714488"/>
            <a:ext cx="441007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Gsm 33 (0)6 63 39 </a:t>
            </a:r>
            <a:r>
              <a:rPr lang="fr-FR" sz="1800" smtClean="0">
                <a:latin typeface="Calibri" pitchFamily="34" charset="0"/>
              </a:rPr>
              <a:t>31 15</a:t>
            </a:r>
            <a:endParaRPr lang="fr-FR" sz="1800" dirty="0" smtClean="0">
              <a:latin typeface="Calibri" pitchFamily="34" charset="0"/>
            </a:endParaRPr>
          </a:p>
          <a:p>
            <a:pPr algn="ctr"/>
            <a:endParaRPr lang="fr-FR" sz="1800" dirty="0" smtClean="0">
              <a:latin typeface="Calibri" pitchFamily="34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E-mail. staff@beesoftware.net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    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 dirty="0"/>
              <a:t>Copyright © </a:t>
            </a:r>
            <a:r>
              <a:rPr lang="en-US" sz="1100" dirty="0" smtClean="0"/>
              <a:t>2013 </a:t>
            </a:r>
            <a:r>
              <a:rPr lang="en-US" sz="1100" dirty="0"/>
              <a:t>beesoftware.net. All Rights Reserved</a:t>
            </a:r>
            <a:endParaRPr lang="fr-FR" sz="1100" dirty="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429224" y="3500438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4538</TotalTime>
  <Words>825</Words>
  <Application>Microsoft PowerPoint</Application>
  <PresentationFormat>Affichage à l'écran (4:3)</PresentationFormat>
  <Paragraphs>105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432</cp:revision>
  <dcterms:created xsi:type="dcterms:W3CDTF">2008-08-18T15:51:12Z</dcterms:created>
  <dcterms:modified xsi:type="dcterms:W3CDTF">2013-06-29T09:03:34Z</dcterms:modified>
</cp:coreProperties>
</file>