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91" r:id="rId2"/>
    <p:sldId id="292" r:id="rId3"/>
    <p:sldId id="325" r:id="rId4"/>
    <p:sldId id="320" r:id="rId5"/>
    <p:sldId id="321" r:id="rId6"/>
    <p:sldId id="322" r:id="rId7"/>
    <p:sldId id="296" r:id="rId8"/>
    <p:sldId id="302" r:id="rId9"/>
  </p:sldIdLst>
  <p:sldSz cx="9144000" cy="6858000" type="screen4x3"/>
  <p:notesSz cx="9144000" cy="6858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99FF"/>
    <a:srgbClr val="66CCFF"/>
    <a:srgbClr val="A50021"/>
    <a:srgbClr val="3028D0"/>
  </p:clrMru>
</p:presentationPr>
</file>

<file path=ppt/tableStyles.xml><?xml version="1.0" encoding="utf-8"?>
<a:tblStyleLst xmlns:a="http://schemas.openxmlformats.org/drawingml/2006/main" def="{5C22544A-7EE6-4342-B048-85BDC9FD1C3A}">
  <a:tblStyle styleId="{D03447BB-5D67-496B-8E87-E561075AD55C}" styleName="Style foncé 1 - Accentuation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4801" autoAdjust="0"/>
    <p:restoredTop sz="87207" autoAdjust="0"/>
  </p:normalViewPr>
  <p:slideViewPr>
    <p:cSldViewPr>
      <p:cViewPr>
        <p:scale>
          <a:sx n="70" d="100"/>
          <a:sy n="70" d="100"/>
        </p:scale>
        <p:origin x="-1566" y="-29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dirty="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D96D707-4BF9-4416-815E-7FBB62B5D3FB}" type="datetimeFigureOut">
              <a:rPr lang="fr-FR"/>
              <a:pPr>
                <a:defRPr/>
              </a:pPr>
              <a:t>08/06/2010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dirty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dirty="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B9C113EF-EFAE-4E56-A4CD-2354ECA62798}" type="slidenum">
              <a:rPr lang="fr-FR"/>
              <a:pPr>
                <a:defRPr/>
              </a:pPr>
              <a:t>‹N°›</a:t>
            </a:fld>
            <a:endParaRPr lang="fr-F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C113EF-EFAE-4E56-A4CD-2354ECA62798}" type="slidenum">
              <a:rPr lang="fr-FR" smtClean="0"/>
              <a:pPr>
                <a:defRPr/>
              </a:pPr>
              <a:t>1</a:t>
            </a:fld>
            <a:endParaRPr lang="fr-FR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C113EF-EFAE-4E56-A4CD-2354ECA62798}" type="slidenum">
              <a:rPr lang="fr-FR" smtClean="0"/>
              <a:pPr>
                <a:defRPr/>
              </a:pPr>
              <a:t>2</a:t>
            </a:fld>
            <a:endParaRPr lang="fr-FR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C113EF-EFAE-4E56-A4CD-2354ECA62798}" type="slidenum">
              <a:rPr lang="fr-FR" smtClean="0"/>
              <a:pPr>
                <a:defRPr/>
              </a:pPr>
              <a:t>3</a:t>
            </a:fld>
            <a:endParaRPr lang="fr-FR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C113EF-EFAE-4E56-A4CD-2354ECA62798}" type="slidenum">
              <a:rPr lang="fr-FR" smtClean="0"/>
              <a:pPr>
                <a:defRPr/>
              </a:pPr>
              <a:t>4</a:t>
            </a:fld>
            <a:endParaRPr lang="fr-FR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C113EF-EFAE-4E56-A4CD-2354ECA62798}" type="slidenum">
              <a:rPr lang="fr-FR" smtClean="0"/>
              <a:pPr>
                <a:defRPr/>
              </a:pPr>
              <a:t>5</a:t>
            </a:fld>
            <a:endParaRPr lang="fr-FR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C113EF-EFAE-4E56-A4CD-2354ECA62798}" type="slidenum">
              <a:rPr lang="fr-FR" smtClean="0"/>
              <a:pPr>
                <a:defRPr/>
              </a:pPr>
              <a:t>6</a:t>
            </a:fld>
            <a:endParaRPr lang="fr-FR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C113EF-EFAE-4E56-A4CD-2354ECA62798}" type="slidenum">
              <a:rPr lang="fr-FR" smtClean="0"/>
              <a:pPr>
                <a:defRPr/>
              </a:pPr>
              <a:t>7</a:t>
            </a:fld>
            <a:endParaRPr lang="fr-FR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C113EF-EFAE-4E56-A4CD-2354ECA62798}" type="slidenum">
              <a:rPr lang="fr-FR" smtClean="0"/>
              <a:pPr>
                <a:defRPr/>
              </a:pPr>
              <a:t>8</a:t>
            </a:fld>
            <a:endParaRPr lang="fr-FR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028"/>
            <a:ext cx="7772400" cy="1470422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7F701B-1A8E-4393-B155-FBB43ECA9A63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FE60B1-84BB-4F9C-A980-E51473995D04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1784" y="440650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1784" y="2906316"/>
            <a:ext cx="7772400" cy="1500188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5E90F4-C108-49B4-949C-C2E13BA695E5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7846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73600" y="1981200"/>
            <a:ext cx="37846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BCFE6D-2A41-4831-A6C1-EAC601A88445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5035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4716"/>
            <a:ext cx="4040717" cy="64055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5272"/>
            <a:ext cx="4040717" cy="395049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6085" y="1534716"/>
            <a:ext cx="4040716" cy="64055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6085" y="2175272"/>
            <a:ext cx="4040716" cy="395049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7D94D4-AFC8-4770-BF7E-648C4A5DFFC4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44C9F1-5BD5-4DC2-8838-1EB259572760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6E74AD-B0B7-4E42-A636-484A2FD68FFA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2654"/>
            <a:ext cx="30077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1" y="272653"/>
            <a:ext cx="511174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4703"/>
            <a:ext cx="30077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56BCDC-7445-46C4-9A39-7CF115F760DD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817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817" y="613172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dirty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817" y="5367337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9B2B7A-534A-4F86-9D30-7DBAD6B9B942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70424D-4E16-40E1-AB72-499712588C95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1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1" y="609600"/>
            <a:ext cx="56261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173EF7-CF1F-4008-B78B-0AC241F12776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modifier le style du titre du masque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modifier les styles du texte du masque</a:t>
            </a:r>
          </a:p>
          <a:p>
            <a:pPr lvl="1"/>
            <a:r>
              <a:rPr lang="en-GB" smtClean="0"/>
              <a:t>Deuxième niveau</a:t>
            </a:r>
          </a:p>
          <a:p>
            <a:pPr lvl="2"/>
            <a:r>
              <a:rPr lang="en-GB" smtClean="0"/>
              <a:t>Troisième niveau</a:t>
            </a:r>
          </a:p>
          <a:p>
            <a:pPr lvl="3"/>
            <a:r>
              <a:rPr lang="en-GB" smtClean="0"/>
              <a:t>Quatrième niveau</a:t>
            </a:r>
          </a:p>
          <a:p>
            <a:pPr lvl="4"/>
            <a:r>
              <a:rPr lang="en-GB" smtClean="0"/>
              <a:t>Cinquième niveau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dirty="0">
                <a:latin typeface="Times New Roman" charset="0"/>
                <a:cs typeface="Times New Roman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dirty="0">
                <a:latin typeface="Times New Roman" charset="0"/>
                <a:cs typeface="Times New Roman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charset="0"/>
                <a:cs typeface="Times New Roman" charset="0"/>
              </a:defRPr>
            </a:lvl1pPr>
          </a:lstStyle>
          <a:p>
            <a:pPr>
              <a:defRPr/>
            </a:pPr>
            <a:fld id="{6C8F8472-4403-4D36-A783-8BB39D8EEF98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gi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10" Type="http://schemas.openxmlformats.org/officeDocument/2006/relationships/image" Target="../media/image11.png"/><Relationship Id="rId4" Type="http://schemas.openxmlformats.org/officeDocument/2006/relationships/image" Target="../media/image3.gif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12.png"/><Relationship Id="rId4" Type="http://schemas.openxmlformats.org/officeDocument/2006/relationships/image" Target="../media/image3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3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4.png"/><Relationship Id="rId4" Type="http://schemas.openxmlformats.org/officeDocument/2006/relationships/image" Target="../media/image3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Image 1" descr="Image123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ZoneTexte 5"/>
          <p:cNvSpPr txBox="1"/>
          <p:nvPr/>
        </p:nvSpPr>
        <p:spPr>
          <a:xfrm>
            <a:off x="6357938" y="1785938"/>
            <a:ext cx="2428875" cy="7381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fr-FR" sz="4200" dirty="0">
                <a:solidFill>
                  <a:schemeClr val="accent2">
                    <a:lumMod val="75000"/>
                  </a:schemeClr>
                </a:solidFill>
                <a:latin typeface="CordiaUPC" pitchFamily="34" charset="-34"/>
                <a:cs typeface="CordiaUPC" pitchFamily="34" charset="-34"/>
              </a:rPr>
              <a:t>Bee Software</a:t>
            </a:r>
          </a:p>
        </p:txBody>
      </p:sp>
      <p:sp>
        <p:nvSpPr>
          <p:cNvPr id="7175" name="ZoneTexte 3"/>
          <p:cNvSpPr txBox="1">
            <a:spLocks noChangeArrowheads="1"/>
          </p:cNvSpPr>
          <p:nvPr/>
        </p:nvSpPr>
        <p:spPr bwMode="auto">
          <a:xfrm>
            <a:off x="6429375" y="2527300"/>
            <a:ext cx="22860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sz="1200" dirty="0" smtClean="0">
                <a:latin typeface="Calibri" pitchFamily="34" charset="0"/>
              </a:rPr>
              <a:t>Tel. 33 (0)3 62 27 62 38</a:t>
            </a:r>
          </a:p>
          <a:p>
            <a:pPr algn="ctr"/>
            <a:r>
              <a:rPr lang="fr-FR" sz="1200" dirty="0" smtClean="0">
                <a:latin typeface="Calibri" pitchFamily="34" charset="0"/>
              </a:rPr>
              <a:t>Gsm 33 (0)6 26 08 62 84</a:t>
            </a:r>
          </a:p>
          <a:p>
            <a:pPr algn="ctr"/>
            <a:r>
              <a:rPr lang="fr-FR" sz="1200" dirty="0" smtClean="0">
                <a:latin typeface="Calibri" pitchFamily="34" charset="0"/>
              </a:rPr>
              <a:t>Fax. 33 (0)3 62 27 62 39</a:t>
            </a:r>
          </a:p>
          <a:p>
            <a:pPr algn="ctr"/>
            <a:endParaRPr lang="fr-FR" sz="1200" dirty="0" smtClean="0">
              <a:latin typeface="Calibri" pitchFamily="34" charset="0"/>
            </a:endParaRPr>
          </a:p>
          <a:p>
            <a:pPr algn="ctr"/>
            <a:r>
              <a:rPr lang="fr-FR" sz="1200" dirty="0" smtClean="0">
                <a:latin typeface="Calibri" pitchFamily="34" charset="0"/>
              </a:rPr>
              <a:t>E-mail. contact@beesoftware.net</a:t>
            </a:r>
          </a:p>
          <a:p>
            <a:pPr algn="ctr"/>
            <a:endParaRPr lang="fr-FR" sz="1200" dirty="0">
              <a:latin typeface="Calibri" pitchFamily="34" charset="0"/>
            </a:endParaRPr>
          </a:p>
        </p:txBody>
      </p:sp>
      <p:pic>
        <p:nvPicPr>
          <p:cNvPr id="7176" name="Image 11" descr="Bee-Software.jp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643688" y="5357813"/>
            <a:ext cx="2000250" cy="912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77" name="ZoneTexte 13"/>
          <p:cNvSpPr txBox="1">
            <a:spLocks noChangeArrowheads="1"/>
          </p:cNvSpPr>
          <p:nvPr/>
        </p:nvSpPr>
        <p:spPr bwMode="auto">
          <a:xfrm rot="5400000">
            <a:off x="-730250" y="5770563"/>
            <a:ext cx="1785938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r-FR" sz="1000" dirty="0"/>
              <a:t>Beesoftware – </a:t>
            </a:r>
            <a:r>
              <a:rPr lang="fr-FR" sz="1000" dirty="0" smtClean="0"/>
              <a:t>Juin 2010</a:t>
            </a:r>
            <a:endParaRPr lang="fr-FR" sz="1000" dirty="0"/>
          </a:p>
        </p:txBody>
      </p:sp>
      <p:sp>
        <p:nvSpPr>
          <p:cNvPr id="10" name="ZoneTexte 8"/>
          <p:cNvSpPr txBox="1">
            <a:spLocks noChangeArrowheads="1"/>
          </p:cNvSpPr>
          <p:nvPr/>
        </p:nvSpPr>
        <p:spPr bwMode="auto">
          <a:xfrm>
            <a:off x="857250" y="5572125"/>
            <a:ext cx="500062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fr-FR" sz="4800" dirty="0" smtClean="0">
                <a:solidFill>
                  <a:schemeClr val="accent2">
                    <a:lumMod val="75000"/>
                  </a:schemeClr>
                </a:solidFill>
                <a:latin typeface="CordiaUPC" pitchFamily="34" charset="-34"/>
                <a:cs typeface="CordiaUPC" pitchFamily="34" charset="-34"/>
              </a:rPr>
              <a:t>www.beesoftware.net</a:t>
            </a:r>
            <a:endParaRPr lang="fr-FR" sz="4800" dirty="0">
              <a:solidFill>
                <a:schemeClr val="accent2">
                  <a:lumMod val="75000"/>
                </a:schemeClr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1472" y="1428736"/>
            <a:ext cx="521497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sz="6000" dirty="0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Suivi des prestations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Image 1" descr="Image123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-24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7" name="ZoneTexte 6"/>
          <p:cNvSpPr txBox="1">
            <a:spLocks noChangeArrowheads="1"/>
          </p:cNvSpPr>
          <p:nvPr/>
        </p:nvSpPr>
        <p:spPr bwMode="auto">
          <a:xfrm>
            <a:off x="1571604" y="357166"/>
            <a:ext cx="7143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Suivi des </a:t>
            </a:r>
            <a:r>
              <a:rPr lang="fr-FR" sz="4000" b="1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prestations </a:t>
            </a:r>
            <a:r>
              <a:rPr lang="fr-FR" sz="4000" b="1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mensuelles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9" name="ZoneTexte 6"/>
          <p:cNvSpPr txBox="1">
            <a:spLocks noChangeArrowheads="1"/>
          </p:cNvSpPr>
          <p:nvPr/>
        </p:nvSpPr>
        <p:spPr bwMode="auto">
          <a:xfrm rot="16200000">
            <a:off x="6824995" y="4253211"/>
            <a:ext cx="428624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Un produit innovant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17" name="Image 16" descr="logo-bhive1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1142976" y="3571876"/>
            <a:ext cx="7143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1600" dirty="0" smtClean="0"/>
          </a:p>
          <a:p>
            <a:r>
              <a:rPr lang="fr-FR" sz="1600" dirty="0" smtClean="0"/>
              <a:t>La cellule rouge précise que le nombre de jour d’absence n’a pas validé par son responsable.</a:t>
            </a:r>
          </a:p>
          <a:p>
            <a:endParaRPr lang="fr-FR" sz="1600" dirty="0" smtClean="0"/>
          </a:p>
          <a:p>
            <a:r>
              <a:rPr lang="fr-FR" sz="1600" dirty="0" smtClean="0"/>
              <a:t>	</a:t>
            </a:r>
          </a:p>
          <a:p>
            <a:endParaRPr lang="fr-FR" sz="1600" dirty="0" smtClean="0"/>
          </a:p>
          <a:p>
            <a:r>
              <a:rPr lang="fr-FR" sz="1600" dirty="0" smtClean="0"/>
              <a:t>La cellule rouge précise que le CRA est incomplet.</a:t>
            </a:r>
          </a:p>
          <a:p>
            <a:endParaRPr lang="fr-FR" sz="1600" dirty="0" smtClean="0"/>
          </a:p>
          <a:p>
            <a:endParaRPr lang="fr-FR" sz="1600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52425" y="1500174"/>
            <a:ext cx="7791475" cy="20050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Rectangle 9"/>
          <p:cNvSpPr/>
          <p:nvPr/>
        </p:nvSpPr>
        <p:spPr>
          <a:xfrm>
            <a:off x="3786182" y="1500174"/>
            <a:ext cx="642942" cy="2143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/>
          <p:cNvSpPr/>
          <p:nvPr/>
        </p:nvSpPr>
        <p:spPr>
          <a:xfrm>
            <a:off x="428596" y="2928934"/>
            <a:ext cx="1214446" cy="57150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42910" y="3576645"/>
            <a:ext cx="514350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714348" y="4643446"/>
            <a:ext cx="442913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Image 1" descr="Image123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-24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ZoneTexte 6"/>
          <p:cNvSpPr txBox="1">
            <a:spLocks noChangeArrowheads="1"/>
          </p:cNvSpPr>
          <p:nvPr/>
        </p:nvSpPr>
        <p:spPr bwMode="auto">
          <a:xfrm rot="16200000">
            <a:off x="6824995" y="4253211"/>
            <a:ext cx="428624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Un produit réactif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sp>
        <p:nvSpPr>
          <p:cNvPr id="10" name="ZoneTexte 6"/>
          <p:cNvSpPr txBox="1">
            <a:spLocks noChangeArrowheads="1"/>
          </p:cNvSpPr>
          <p:nvPr/>
        </p:nvSpPr>
        <p:spPr bwMode="auto">
          <a:xfrm>
            <a:off x="1571604" y="357166"/>
            <a:ext cx="7143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Suivi des prestations manuelles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pic>
        <p:nvPicPr>
          <p:cNvPr id="11" name="Image 10" descr="logo-bhive1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12" name="ZoneTexte 11"/>
          <p:cNvSpPr txBox="1"/>
          <p:nvPr/>
        </p:nvSpPr>
        <p:spPr>
          <a:xfrm>
            <a:off x="1142976" y="3571876"/>
            <a:ext cx="71438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1600" dirty="0" smtClean="0"/>
          </a:p>
          <a:p>
            <a:r>
              <a:rPr lang="fr-FR" sz="1600" dirty="0" smtClean="0"/>
              <a:t>         Ce bouton permet de consulter le détail des congés pris dans le mois   </a:t>
            </a:r>
          </a:p>
          <a:p>
            <a:endParaRPr lang="fr-FR" sz="1600" dirty="0" smtClean="0"/>
          </a:p>
          <a:p>
            <a:r>
              <a:rPr lang="fr-FR" sz="1600" dirty="0" smtClean="0"/>
              <a:t>         Ce bouton permet de consulter le CRA mensuel saisi par le collaborateur</a:t>
            </a:r>
            <a:br>
              <a:rPr lang="fr-FR" sz="1600" dirty="0" smtClean="0"/>
            </a:br>
            <a:r>
              <a:rPr lang="fr-FR" sz="1600" dirty="0" smtClean="0"/>
              <a:t>	(Remarque : Cet écran correspond à l’aperçu du CRA avant impression) </a:t>
            </a:r>
          </a:p>
          <a:p>
            <a:endParaRPr lang="fr-FR" sz="1600" dirty="0" smtClean="0"/>
          </a:p>
          <a:p>
            <a:r>
              <a:rPr lang="fr-FR" sz="1600" dirty="0" smtClean="0"/>
              <a:t>         Ce bouton permet d’imprimer le CRA PDF</a:t>
            </a:r>
          </a:p>
          <a:p>
            <a:endParaRPr lang="fr-FR" sz="1600" dirty="0" smtClean="0"/>
          </a:p>
          <a:p>
            <a:r>
              <a:rPr lang="fr-FR" sz="1600" dirty="0" smtClean="0"/>
              <a:t>         Ce bouton permet de consulter et de valider ou refuser le détail budgétaire </a:t>
            </a:r>
          </a:p>
          <a:p>
            <a:endParaRPr lang="fr-FR" sz="1600" dirty="0" smtClean="0"/>
          </a:p>
          <a:p>
            <a:r>
              <a:rPr lang="fr-FR" sz="1600" dirty="0" smtClean="0"/>
              <a:t>         Ce bouton permet de valider soit TOUS LES CRA soit LE CRA du collaborateur</a:t>
            </a:r>
          </a:p>
          <a:p>
            <a:endParaRPr lang="fr-FR" sz="1600" dirty="0" smtClean="0"/>
          </a:p>
          <a:p>
            <a:endParaRPr lang="fr-FR" sz="1600" dirty="0" smtClean="0"/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52425" y="1500174"/>
            <a:ext cx="7791475" cy="20050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Rectangle 13"/>
          <p:cNvSpPr/>
          <p:nvPr/>
        </p:nvSpPr>
        <p:spPr>
          <a:xfrm>
            <a:off x="3786182" y="1500174"/>
            <a:ext cx="642942" cy="2143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/>
          <p:cNvSpPr/>
          <p:nvPr/>
        </p:nvSpPr>
        <p:spPr>
          <a:xfrm>
            <a:off x="428596" y="2928934"/>
            <a:ext cx="1214446" cy="57150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9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285852" y="3857628"/>
            <a:ext cx="352425" cy="209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" name="Picture 7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309667" y="4391033"/>
            <a:ext cx="333375" cy="18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" name="Picture 8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1285852" y="5114938"/>
            <a:ext cx="323850" cy="17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1285852" y="5595954"/>
            <a:ext cx="352425" cy="19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1304904" y="6086495"/>
            <a:ext cx="266700" cy="20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Image123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ZoneTexte 6"/>
          <p:cNvSpPr txBox="1">
            <a:spLocks noChangeArrowheads="1"/>
          </p:cNvSpPr>
          <p:nvPr/>
        </p:nvSpPr>
        <p:spPr bwMode="auto">
          <a:xfrm rot="16200000">
            <a:off x="6146330" y="3574546"/>
            <a:ext cx="564357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Donnée exportable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9" name="Image 8" descr="logo-bhive1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8" name="ZoneTexte 6"/>
          <p:cNvSpPr txBox="1">
            <a:spLocks noChangeArrowheads="1"/>
          </p:cNvSpPr>
          <p:nvPr/>
        </p:nvSpPr>
        <p:spPr bwMode="auto">
          <a:xfrm>
            <a:off x="785786" y="357166"/>
            <a:ext cx="7929618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Prestation : Récapitulatif des absences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614488" y="4357694"/>
            <a:ext cx="5915025" cy="159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ZoneTexte 9"/>
          <p:cNvSpPr txBox="1"/>
          <p:nvPr/>
        </p:nvSpPr>
        <p:spPr>
          <a:xfrm>
            <a:off x="1142976" y="3571876"/>
            <a:ext cx="7143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1600" dirty="0" smtClean="0"/>
          </a:p>
          <a:p>
            <a:r>
              <a:rPr lang="fr-FR" sz="1600" dirty="0" smtClean="0"/>
              <a:t>         Ce bouton permet de consulter le détail des congés pris dans le mois   </a:t>
            </a:r>
          </a:p>
          <a:p>
            <a:endParaRPr lang="fr-FR" sz="1600" dirty="0" smtClean="0"/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52425" y="1500174"/>
            <a:ext cx="7791475" cy="20050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" name="Picture 6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285852" y="3857628"/>
            <a:ext cx="352425" cy="209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Rectangle 13"/>
          <p:cNvSpPr/>
          <p:nvPr/>
        </p:nvSpPr>
        <p:spPr>
          <a:xfrm>
            <a:off x="6215074" y="2857496"/>
            <a:ext cx="428628" cy="64294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Image 1" descr="Image123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-24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ZoneTexte 6"/>
          <p:cNvSpPr txBox="1">
            <a:spLocks noChangeArrowheads="1"/>
          </p:cNvSpPr>
          <p:nvPr/>
        </p:nvSpPr>
        <p:spPr bwMode="auto">
          <a:xfrm rot="16200000">
            <a:off x="5932016" y="3360232"/>
            <a:ext cx="6072206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Tableau prévisionnel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17" name="Image 16" descr="logo-bhive1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6" name="ZoneTexte 6"/>
          <p:cNvSpPr txBox="1">
            <a:spLocks noChangeArrowheads="1"/>
          </p:cNvSpPr>
          <p:nvPr/>
        </p:nvSpPr>
        <p:spPr bwMode="auto">
          <a:xfrm>
            <a:off x="785786" y="357166"/>
            <a:ext cx="7929618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Prestation : aperçu du CRA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1142976" y="3571876"/>
            <a:ext cx="7143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1600" dirty="0" smtClean="0"/>
          </a:p>
          <a:p>
            <a:r>
              <a:rPr lang="fr-FR" sz="1600" dirty="0" smtClean="0"/>
              <a:t>          Ce bouton permet de consulter le CRA mensuel saisi par le collaborateur</a:t>
            </a:r>
            <a:br>
              <a:rPr lang="fr-FR" sz="1600" dirty="0" smtClean="0"/>
            </a:br>
            <a:r>
              <a:rPr lang="fr-FR" sz="1600" dirty="0" smtClean="0"/>
              <a:t>	(Remarque : Cet écran correspond à l’aperçu du CRA avant impression) </a:t>
            </a: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52425" y="1500174"/>
            <a:ext cx="7791475" cy="20050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" name="Picture 7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309667" y="3890967"/>
            <a:ext cx="333375" cy="18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2500298" y="4500570"/>
            <a:ext cx="4357717" cy="1982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Rectangle 17"/>
          <p:cNvSpPr/>
          <p:nvPr/>
        </p:nvSpPr>
        <p:spPr>
          <a:xfrm>
            <a:off x="6643702" y="2857496"/>
            <a:ext cx="428628" cy="64294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Image 1" descr="Image123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-24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ZoneTexte 6"/>
          <p:cNvSpPr txBox="1">
            <a:spLocks noChangeArrowheads="1"/>
          </p:cNvSpPr>
          <p:nvPr/>
        </p:nvSpPr>
        <p:spPr bwMode="auto">
          <a:xfrm rot="16200000">
            <a:off x="6824995" y="4253211"/>
            <a:ext cx="428624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Innovant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13" name="Image 12" descr="logo-bhive1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8" name="ZoneTexte 6"/>
          <p:cNvSpPr txBox="1">
            <a:spLocks noChangeArrowheads="1"/>
          </p:cNvSpPr>
          <p:nvPr/>
        </p:nvSpPr>
        <p:spPr bwMode="auto">
          <a:xfrm>
            <a:off x="785786" y="357166"/>
            <a:ext cx="7929618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Prestation : détail des budgets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1142976" y="3571876"/>
            <a:ext cx="7143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1600" dirty="0" smtClean="0"/>
          </a:p>
          <a:p>
            <a:r>
              <a:rPr lang="fr-FR" sz="1600" dirty="0" smtClean="0"/>
              <a:t>         Ce bouton permet de consulter et de valider ou refuser le détail budgétaire </a:t>
            </a:r>
          </a:p>
          <a:p>
            <a:endParaRPr lang="fr-FR" sz="1600" dirty="0" smtClean="0"/>
          </a:p>
          <a:p>
            <a:endParaRPr lang="fr-FR" sz="1600" dirty="0" smtClean="0"/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52425" y="1500174"/>
            <a:ext cx="7791475" cy="20050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785918" y="4214818"/>
            <a:ext cx="5616754" cy="23574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285852" y="3857628"/>
            <a:ext cx="352425" cy="19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9" name="Rectangle 18"/>
          <p:cNvSpPr/>
          <p:nvPr/>
        </p:nvSpPr>
        <p:spPr>
          <a:xfrm>
            <a:off x="7358082" y="2857496"/>
            <a:ext cx="428628" cy="64294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 descr="Image123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03" name="ZoneTexte 6"/>
          <p:cNvSpPr txBox="1">
            <a:spLocks noChangeArrowheads="1"/>
          </p:cNvSpPr>
          <p:nvPr/>
        </p:nvSpPr>
        <p:spPr bwMode="auto">
          <a:xfrm>
            <a:off x="4357686" y="2000240"/>
            <a:ext cx="3429028" cy="29546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6000" dirty="0" smtClean="0">
                <a:latin typeface="CordiaUPC" pitchFamily="34" charset="-34"/>
                <a:cs typeface="CordiaUPC" pitchFamily="34" charset="-34"/>
              </a:rPr>
              <a:t>Bee Software</a:t>
            </a:r>
            <a:endParaRPr lang="fr-FR" sz="1800" dirty="0" smtClean="0">
              <a:latin typeface="Arial" charset="0"/>
              <a:cs typeface="Arial" charset="0"/>
            </a:endParaRPr>
          </a:p>
          <a:p>
            <a:pPr algn="ctr"/>
            <a:r>
              <a:rPr lang="fr-FR" sz="1800" dirty="0" smtClean="0">
                <a:latin typeface="Calibri" pitchFamily="34" charset="0"/>
              </a:rPr>
              <a:t>Tel. 33 (0)3 62 27 62 38</a:t>
            </a:r>
          </a:p>
          <a:p>
            <a:pPr algn="ctr"/>
            <a:r>
              <a:rPr lang="fr-FR" sz="1800" dirty="0" smtClean="0">
                <a:latin typeface="Calibri" pitchFamily="34" charset="0"/>
              </a:rPr>
              <a:t>Gsm 33 (0)6 26 08 62 84</a:t>
            </a:r>
          </a:p>
          <a:p>
            <a:pPr algn="ctr"/>
            <a:r>
              <a:rPr lang="fr-FR" sz="1800" dirty="0" smtClean="0">
                <a:latin typeface="Calibri" pitchFamily="34" charset="0"/>
              </a:rPr>
              <a:t>Fax. 33 (0)3 62 27 62 39</a:t>
            </a:r>
          </a:p>
          <a:p>
            <a:pPr algn="ctr"/>
            <a:endParaRPr lang="fr-FR" sz="1800" dirty="0" smtClean="0">
              <a:latin typeface="Calibri" pitchFamily="34" charset="0"/>
            </a:endParaRPr>
          </a:p>
          <a:p>
            <a:pPr algn="ctr"/>
            <a:r>
              <a:rPr lang="fr-FR" sz="1800" dirty="0" smtClean="0">
                <a:latin typeface="Calibri" pitchFamily="34" charset="0"/>
              </a:rPr>
              <a:t>E-mail. contact@beesoftware.net</a:t>
            </a:r>
            <a:endParaRPr lang="fr-FR" sz="1800" dirty="0" smtClean="0">
              <a:latin typeface="Arial" charset="0"/>
              <a:cs typeface="Arial" charset="0"/>
            </a:endParaRPr>
          </a:p>
          <a:p>
            <a:endParaRPr lang="fr-FR" sz="1800" dirty="0" smtClean="0">
              <a:latin typeface="Arial" charset="0"/>
              <a:cs typeface="Arial" charset="0"/>
            </a:endParaRPr>
          </a:p>
          <a:p>
            <a:r>
              <a:rPr lang="fr-FR" sz="1800" dirty="0" smtClean="0">
                <a:latin typeface="Arial" charset="0"/>
                <a:cs typeface="Arial" charset="0"/>
              </a:rPr>
              <a:t>    http://www.beesoftware.net</a:t>
            </a:r>
          </a:p>
        </p:txBody>
      </p:sp>
      <p:sp>
        <p:nvSpPr>
          <p:cNvPr id="4107" name="ZoneTexte 10"/>
          <p:cNvSpPr txBox="1">
            <a:spLocks noChangeArrowheads="1"/>
          </p:cNvSpPr>
          <p:nvPr/>
        </p:nvSpPr>
        <p:spPr bwMode="auto">
          <a:xfrm>
            <a:off x="0" y="6596063"/>
            <a:ext cx="3643313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100"/>
              <a:t>Copyright © 2008 beesoftware.net. All Rights Reserved</a:t>
            </a:r>
            <a:endParaRPr lang="fr-FR" sz="1100"/>
          </a:p>
        </p:txBody>
      </p:sp>
      <p:sp>
        <p:nvSpPr>
          <p:cNvPr id="9" name="ZoneTexte 6"/>
          <p:cNvSpPr txBox="1">
            <a:spLocks noChangeArrowheads="1"/>
          </p:cNvSpPr>
          <p:nvPr/>
        </p:nvSpPr>
        <p:spPr bwMode="auto">
          <a:xfrm>
            <a:off x="4500562" y="357166"/>
            <a:ext cx="4214842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54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Nous contacter</a:t>
            </a:r>
            <a:endParaRPr lang="fr-FR" sz="54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Image123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>
            <a:off x="428564" y="2071678"/>
            <a:ext cx="8715436" cy="14465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400" b="1" dirty="0" smtClean="0">
                <a:latin typeface="Vivaldi" pitchFamily="66" charset="0"/>
                <a:cs typeface="Vrinda" pitchFamily="2" charset="0"/>
              </a:rPr>
              <a:t>« Faire simple est probablement l’objectif </a:t>
            </a:r>
          </a:p>
          <a:p>
            <a:pPr algn="ctr"/>
            <a:r>
              <a:rPr lang="fr-FR" sz="4400" b="1" dirty="0" smtClean="0">
                <a:latin typeface="Vivaldi" pitchFamily="66" charset="0"/>
                <a:cs typeface="Vrinda" pitchFamily="2" charset="0"/>
              </a:rPr>
              <a:t>le plus sophistiqué du monde »</a:t>
            </a:r>
            <a:endParaRPr lang="fr-FR" sz="4400" b="1" dirty="0">
              <a:latin typeface="Vivaldi" pitchFamily="66" charset="0"/>
              <a:cs typeface="Vrinda" pitchFamily="2" charset="0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5429224" y="3500438"/>
            <a:ext cx="37147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accent6">
                    <a:lumMod val="75000"/>
                  </a:schemeClr>
                </a:solidFill>
                <a:latin typeface="CordiaUPC" pitchFamily="34" charset="-34"/>
                <a:cs typeface="CordiaUPC" pitchFamily="34" charset="-34"/>
              </a:rPr>
              <a:t>Steve Jobs (Co-fondateur d’Apple INC)</a:t>
            </a:r>
            <a:endParaRPr lang="fr-FR" b="1" dirty="0">
              <a:solidFill>
                <a:schemeClr val="accent6">
                  <a:lumMod val="75000"/>
                </a:schemeClr>
              </a:solidFill>
              <a:latin typeface="CordiaUPC" pitchFamily="34" charset="-34"/>
              <a:cs typeface="CordiaUPC" pitchFamily="34" charset="-34"/>
            </a:endParaRPr>
          </a:p>
        </p:txBody>
      </p:sp>
      <p:pic>
        <p:nvPicPr>
          <p:cNvPr id="5" name="Image 11" descr="Bee-Software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857488" y="4786322"/>
            <a:ext cx="4070106" cy="1857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dèle par défaut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3366CC"/>
      </a:hlink>
      <a:folHlink>
        <a:srgbClr val="0099CC"/>
      </a:folHlink>
    </a:clrScheme>
    <a:fontScheme name="Modèle par défaut">
      <a:majorFont>
        <a:latin typeface="Times New Roman"/>
        <a:ea typeface=""/>
        <a:cs typeface="Times New Roman"/>
      </a:majorFont>
      <a:minorFont>
        <a:latin typeface="Times New Roman"/>
        <a:ea typeface="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4118</TotalTime>
  <Words>219</Words>
  <Application>Microsoft PowerPoint</Application>
  <PresentationFormat>Affichage à l'écran (4:3)</PresentationFormat>
  <Paragraphs>62</Paragraphs>
  <Slides>8</Slides>
  <Notes>8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Modèle par défaut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L.Hermez</dc:creator>
  <cp:lastModifiedBy>Madgic</cp:lastModifiedBy>
  <cp:revision>367</cp:revision>
  <dcterms:created xsi:type="dcterms:W3CDTF">2008-08-18T15:51:12Z</dcterms:created>
  <dcterms:modified xsi:type="dcterms:W3CDTF">2010-06-08T12:32:18Z</dcterms:modified>
</cp:coreProperties>
</file>