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1" r:id="rId2"/>
    <p:sldId id="292" r:id="rId3"/>
    <p:sldId id="325" r:id="rId4"/>
    <p:sldId id="320" r:id="rId5"/>
    <p:sldId id="321" r:id="rId6"/>
    <p:sldId id="322" r:id="rId7"/>
    <p:sldId id="323" r:id="rId8"/>
    <p:sldId id="324" r:id="rId9"/>
    <p:sldId id="312" r:id="rId10"/>
    <p:sldId id="318" r:id="rId11"/>
    <p:sldId id="319" r:id="rId12"/>
    <p:sldId id="296" r:id="rId13"/>
    <p:sldId id="302" r:id="rId14"/>
  </p:sldIdLst>
  <p:sldSz cx="9144000" cy="6858000" type="screen4x3"/>
  <p:notesSz cx="9144000" cy="6858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66CCFF"/>
    <a:srgbClr val="A50021"/>
    <a:srgbClr val="3028D0"/>
  </p:clrMru>
</p:presentationPr>
</file>

<file path=ppt/tableStyles.xml><?xml version="1.0" encoding="utf-8"?>
<a:tblStyleLst xmlns:a="http://schemas.openxmlformats.org/drawingml/2006/main" def="{5C22544A-7EE6-4342-B048-85BDC9FD1C3A}"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4801" autoAdjust="0"/>
    <p:restoredTop sz="87207" autoAdjust="0"/>
  </p:normalViewPr>
  <p:slideViewPr>
    <p:cSldViewPr>
      <p:cViewPr>
        <p:scale>
          <a:sx n="70" d="100"/>
          <a:sy n="70" d="100"/>
        </p:scale>
        <p:origin x="-1566" y="-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D96D707-4BF9-4416-815E-7FBB62B5D3FB}" type="datetimeFigureOut">
              <a:rPr lang="fr-FR"/>
              <a:pPr>
                <a:defRPr/>
              </a:pPr>
              <a:t>28/01/2010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dirty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9C113EF-EFAE-4E56-A4CD-2354ECA62798}" type="slidenum">
              <a:rPr lang="fr-FR"/>
              <a:pPr>
                <a:defRPr/>
              </a:pPr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028"/>
            <a:ext cx="7772400" cy="147042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F701B-1A8E-4393-B155-FBB43ECA9A63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E60B1-84BB-4F9C-A980-E51473995D0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1784" y="44065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1784" y="2906316"/>
            <a:ext cx="7772400" cy="15001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5E90F4-C108-49B4-949C-C2E13BA695E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73600" y="1981200"/>
            <a:ext cx="3784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CFE6D-2A41-4831-A6C1-EAC601A8844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5035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4716"/>
            <a:ext cx="4040717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5272"/>
            <a:ext cx="4040717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6085" y="1534716"/>
            <a:ext cx="4040716" cy="6405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6085" y="2175272"/>
            <a:ext cx="4040716" cy="39504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D94D4-AFC8-4770-BF7E-648C4A5DFFC4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4C9F1-5BD5-4DC2-8838-1EB259572760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E74AD-B0B7-4E42-A636-484A2FD68FFA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2654"/>
            <a:ext cx="30077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1" y="272653"/>
            <a:ext cx="511174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4703"/>
            <a:ext cx="30077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56BCDC-7445-46C4-9A39-7CF115F760DD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817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817" y="613172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817" y="5367337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B2B7A-534A-4F86-9D30-7DBAD6B9B942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0424D-4E16-40E1-AB72-499712588C95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1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1" y="609600"/>
            <a:ext cx="56261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73EF7-CF1F-4008-B78B-0AC241F12776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6C8F8472-4403-4D36-A783-8BB39D8EEF98}" type="slidenum">
              <a:rPr lang="en-GB"/>
              <a:pPr>
                <a:defRPr/>
              </a:pPr>
              <a:t>‹N°›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cs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gif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ZoneTexte 5"/>
          <p:cNvSpPr txBox="1"/>
          <p:nvPr/>
        </p:nvSpPr>
        <p:spPr>
          <a:xfrm>
            <a:off x="6357938" y="1785938"/>
            <a:ext cx="2428875" cy="738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sz="4200" dirty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Bee Software</a:t>
            </a:r>
          </a:p>
        </p:txBody>
      </p:sp>
      <p:sp>
        <p:nvSpPr>
          <p:cNvPr id="7175" name="ZoneTexte 3"/>
          <p:cNvSpPr txBox="1">
            <a:spLocks noChangeArrowheads="1"/>
          </p:cNvSpPr>
          <p:nvPr/>
        </p:nvSpPr>
        <p:spPr bwMode="auto">
          <a:xfrm>
            <a:off x="6429375" y="2527300"/>
            <a:ext cx="2286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12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2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200" dirty="0" smtClean="0">
              <a:latin typeface="Calibri" pitchFamily="34" charset="0"/>
            </a:endParaRPr>
          </a:p>
          <a:p>
            <a:pPr algn="ctr"/>
            <a:r>
              <a:rPr lang="fr-FR" sz="1200" dirty="0" smtClean="0">
                <a:latin typeface="Calibri" pitchFamily="34" charset="0"/>
              </a:rPr>
              <a:t>E-mail. contact@beesoftware.net</a:t>
            </a:r>
          </a:p>
          <a:p>
            <a:pPr algn="ctr"/>
            <a:endParaRPr lang="fr-FR" sz="1200" dirty="0">
              <a:latin typeface="Calibri" pitchFamily="34" charset="0"/>
            </a:endParaRPr>
          </a:p>
        </p:txBody>
      </p:sp>
      <p:pic>
        <p:nvPicPr>
          <p:cNvPr id="7176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43688" y="5357813"/>
            <a:ext cx="2000250" cy="91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7" name="ZoneTexte 13"/>
          <p:cNvSpPr txBox="1">
            <a:spLocks noChangeArrowheads="1"/>
          </p:cNvSpPr>
          <p:nvPr/>
        </p:nvSpPr>
        <p:spPr bwMode="auto">
          <a:xfrm rot="5400000">
            <a:off x="-730250" y="5770563"/>
            <a:ext cx="1785938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r-FR" sz="1000" dirty="0" err="1"/>
              <a:t>Beesoftware</a:t>
            </a:r>
            <a:r>
              <a:rPr lang="fr-FR" sz="1000" dirty="0"/>
              <a:t> – Septembre 2008</a:t>
            </a:r>
          </a:p>
        </p:txBody>
      </p:sp>
      <p:sp>
        <p:nvSpPr>
          <p:cNvPr id="10" name="ZoneTexte 8"/>
          <p:cNvSpPr txBox="1">
            <a:spLocks noChangeArrowheads="1"/>
          </p:cNvSpPr>
          <p:nvPr/>
        </p:nvSpPr>
        <p:spPr bwMode="auto">
          <a:xfrm>
            <a:off x="857250" y="5572125"/>
            <a:ext cx="50006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fr-FR" sz="4800" dirty="0" smtClean="0">
                <a:solidFill>
                  <a:schemeClr val="accent2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www.beesoftware.net</a:t>
            </a:r>
            <a:endParaRPr lang="fr-FR" sz="4800" dirty="0">
              <a:solidFill>
                <a:schemeClr val="accent2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1472" y="1428736"/>
            <a:ext cx="52149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Présentation</a:t>
            </a:r>
          </a:p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Du </a:t>
            </a:r>
          </a:p>
          <a:p>
            <a:pPr algn="ctr">
              <a:defRPr/>
            </a:pPr>
            <a:r>
              <a:rPr lang="fr-FR" sz="6000" dirty="0" smtClean="0">
                <a:solidFill>
                  <a:schemeClr val="accent2">
                    <a:lumMod val="50000"/>
                  </a:schemeClr>
                </a:solidFill>
                <a:latin typeface="Cooper Black" pitchFamily="18" charset="0"/>
              </a:rPr>
              <a:t>Workflow TMA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Gestion des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types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 produit </a:t>
            </a:r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</a:t>
            </a:r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1071538" y="4572008"/>
            <a:ext cx="714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Par défaut, B-Hive possède une liste </a:t>
            </a:r>
            <a:r>
              <a:rPr lang="fr-FR" sz="1600" dirty="0" smtClean="0"/>
              <a:t>de type de demande. </a:t>
            </a:r>
            <a:r>
              <a:rPr lang="fr-FR" sz="1600" dirty="0" smtClean="0"/>
              <a:t>Il vous est cependant possible d’ajouter les </a:t>
            </a:r>
            <a:r>
              <a:rPr lang="fr-FR" sz="1600" dirty="0" smtClean="0"/>
              <a:t>vôtres </a:t>
            </a:r>
            <a:r>
              <a:rPr lang="fr-FR" sz="1600" dirty="0" smtClean="0"/>
              <a:t>selon votre méthodologie.</a:t>
            </a:r>
          </a:p>
          <a:p>
            <a:endParaRPr lang="fr-FR" sz="1600" dirty="0" smtClean="0"/>
          </a:p>
          <a:p>
            <a:endParaRPr lang="fr-FR" sz="1600" dirty="0" smtClean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5852" y="1357298"/>
            <a:ext cx="6091257" cy="2966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7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Gestion des états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Un produit réactif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1071538" y="5286388"/>
            <a:ext cx="714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Par défaut, B-Hive possède une liste d’état déjà configuré. Il vous est cependant possible d’ajouter les </a:t>
            </a:r>
            <a:r>
              <a:rPr lang="fr-FR" sz="1600" dirty="0" smtClean="0"/>
              <a:t>vôtres </a:t>
            </a:r>
            <a:r>
              <a:rPr lang="fr-FR" sz="1600" dirty="0" smtClean="0"/>
              <a:t>selon votre méthodologie.</a:t>
            </a:r>
          </a:p>
          <a:p>
            <a:r>
              <a:rPr lang="fr-FR" sz="1600" dirty="0" smtClean="0"/>
              <a:t>Chaque état contient des informations </a:t>
            </a:r>
            <a:r>
              <a:rPr lang="fr-FR" sz="1600" dirty="0" smtClean="0"/>
              <a:t>d’activations (Document-Action </a:t>
            </a:r>
            <a:r>
              <a:rPr lang="fr-FR" sz="1600" dirty="0" smtClean="0"/>
              <a:t>déclencheur)</a:t>
            </a:r>
          </a:p>
          <a:p>
            <a:endParaRPr lang="fr-FR" sz="16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0100" y="1000108"/>
            <a:ext cx="7303399" cy="4038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Donnée exportable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Résolution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TMA : Visibilité d’une fonctionnalité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14414" y="5034519"/>
            <a:ext cx="7143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Voici toutes les fonctionnalités affichées lors de la résolution d’une demande.</a:t>
            </a:r>
          </a:p>
          <a:p>
            <a:endParaRPr lang="fr-FR" sz="1600" dirty="0" smtClean="0"/>
          </a:p>
          <a:p>
            <a:r>
              <a:rPr lang="fr-FR" sz="1600" dirty="0" smtClean="0"/>
              <a:t>Vous avez la possibilité (à tout moment) de rendre visible ou invisible certaines fonctionnalités. </a:t>
            </a:r>
          </a:p>
          <a:p>
            <a:endParaRPr lang="fr-FR" sz="1600" dirty="0" smtClean="0"/>
          </a:p>
          <a:p>
            <a:r>
              <a:rPr lang="fr-FR" sz="1600" dirty="0" smtClean="0"/>
              <a:t>Remarque: Cette action n’a pas d’impact sur les données déjà enregistrées. Seul le design est concerné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10994" y="1571612"/>
            <a:ext cx="5189964" cy="3462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3214678" y="3500438"/>
            <a:ext cx="2143140" cy="1500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Tableau prévisionnel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W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orkflow TMA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357818" y="1643050"/>
            <a:ext cx="32147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Le workflow de B-Hive est entièrement personnalisable.</a:t>
            </a:r>
          </a:p>
          <a:p>
            <a:endParaRPr lang="fr-FR" sz="1600" dirty="0" smtClean="0"/>
          </a:p>
          <a:p>
            <a:r>
              <a:rPr lang="fr-FR" sz="1600" dirty="0" smtClean="0"/>
              <a:t>Vous pouvez créer votre workflow selon le type de demande.</a:t>
            </a:r>
          </a:p>
          <a:p>
            <a:endParaRPr lang="fr-FR" sz="1600" dirty="0" smtClean="0"/>
          </a:p>
          <a:p>
            <a:r>
              <a:rPr lang="fr-FR" sz="1600" dirty="0" smtClean="0"/>
              <a:t>Vous pouvez décider QUAND l’état va changer, et QUE faut-il faire lors de ce changement.</a:t>
            </a:r>
          </a:p>
          <a:p>
            <a:endParaRPr lang="fr-FR" sz="1600" dirty="0" smtClean="0"/>
          </a:p>
          <a:p>
            <a:r>
              <a:rPr lang="fr-FR" sz="1600" dirty="0" smtClean="0"/>
              <a:t>Vous pouvez envoyer des MAILS, joindre </a:t>
            </a:r>
            <a:r>
              <a:rPr lang="fr-FR" sz="1600" dirty="0" smtClean="0"/>
              <a:t>un </a:t>
            </a:r>
            <a:r>
              <a:rPr lang="fr-FR" sz="1600" dirty="0" smtClean="0"/>
              <a:t>PDF</a:t>
            </a:r>
          </a:p>
          <a:p>
            <a:endParaRPr lang="fr-FR" sz="1600" dirty="0" smtClean="0"/>
          </a:p>
          <a:p>
            <a:r>
              <a:rPr lang="fr-FR" sz="1600" dirty="0" smtClean="0"/>
              <a:t>Et si notre workflow ne suit pas, nous le ferons </a:t>
            </a:r>
            <a:r>
              <a:rPr lang="fr-FR" sz="1600" dirty="0" smtClean="0"/>
              <a:t>gratuitement évoluer</a:t>
            </a:r>
            <a:r>
              <a:rPr lang="fr-FR" sz="1600" dirty="0" smtClean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ZoneTexte 11"/>
          <p:cNvSpPr txBox="1"/>
          <p:nvPr/>
        </p:nvSpPr>
        <p:spPr>
          <a:xfrm>
            <a:off x="1643042" y="5643578"/>
            <a:ext cx="6542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Ajouter un nouvel état : Par défaut il affiche la liste des états par défaut.</a:t>
            </a:r>
          </a:p>
          <a:p>
            <a:r>
              <a:rPr lang="fr-FR" sz="1600" dirty="0" smtClean="0"/>
              <a:t>Ces états sont déjà configurés, mais il est possible de créer vos propres états</a:t>
            </a:r>
            <a:endParaRPr lang="fr-FR" sz="1600" dirty="0"/>
          </a:p>
        </p:txBody>
      </p:sp>
      <p:sp>
        <p:nvSpPr>
          <p:cNvPr id="13" name="Rectangle 12"/>
          <p:cNvSpPr/>
          <p:nvPr/>
        </p:nvSpPr>
        <p:spPr>
          <a:xfrm>
            <a:off x="2285984" y="5214950"/>
            <a:ext cx="1785950" cy="14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Innovant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Workflow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TMA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: Visibilité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5357818" y="1643050"/>
            <a:ext cx="32147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Par défaut, tous les types de demandes sont inactifs et donc non visibles.</a:t>
            </a:r>
          </a:p>
          <a:p>
            <a:endParaRPr lang="fr-FR" sz="1600" dirty="0" smtClean="0"/>
          </a:p>
          <a:p>
            <a:r>
              <a:rPr lang="fr-FR" sz="1600" dirty="0" smtClean="0"/>
              <a:t>Pour rendre visible un type lors de la création d’une demande, il faut cliquer sur le bouton « Activé »</a:t>
            </a:r>
          </a:p>
          <a:p>
            <a:endParaRPr lang="fr-FR" sz="1600" dirty="0" smtClean="0"/>
          </a:p>
          <a:p>
            <a:r>
              <a:rPr lang="fr-FR" sz="1600" dirty="0" smtClean="0"/>
              <a:t>Et inversement, pour le rendre TOUJOURS invisible, il suffit de le « Désactivé </a:t>
            </a:r>
            <a:r>
              <a:rPr lang="fr-FR" sz="1600" dirty="0" smtClean="0"/>
              <a:t>»</a:t>
            </a:r>
            <a:endParaRPr lang="fr-FR" sz="1600" dirty="0" smtClean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3428992" y="2000240"/>
            <a:ext cx="1428760" cy="142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/>
          <p:cNvSpPr/>
          <p:nvPr/>
        </p:nvSpPr>
        <p:spPr>
          <a:xfrm>
            <a:off x="571472" y="4143380"/>
            <a:ext cx="500066" cy="785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ZoneTexte 6"/>
          <p:cNvSpPr txBox="1">
            <a:spLocks noChangeArrowheads="1"/>
          </p:cNvSpPr>
          <p:nvPr/>
        </p:nvSpPr>
        <p:spPr bwMode="auto">
          <a:xfrm rot="16200000">
            <a:off x="6146330" y="3574546"/>
            <a:ext cx="564357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Interface simplifiée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9" name="Image 8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Workflow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TMA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: Exclure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5357818" y="1643050"/>
            <a:ext cx="321471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« Surtout pour les SSII »</a:t>
            </a:r>
          </a:p>
          <a:p>
            <a:endParaRPr lang="fr-FR" sz="1600" dirty="0" smtClean="0"/>
          </a:p>
          <a:p>
            <a:r>
              <a:rPr lang="fr-FR" sz="1600" dirty="0" smtClean="0"/>
              <a:t>Il est possible de créer un workflow différent selon le client.</a:t>
            </a:r>
          </a:p>
          <a:p>
            <a:endParaRPr lang="fr-FR" sz="1600" dirty="0" smtClean="0"/>
          </a:p>
          <a:p>
            <a:r>
              <a:rPr lang="fr-FR" sz="1600" dirty="0" smtClean="0"/>
              <a:t>B-Hive vous permet d’exclure des applications ou des services du workflow.</a:t>
            </a:r>
          </a:p>
          <a:p>
            <a:endParaRPr lang="fr-FR" sz="1600" dirty="0" smtClean="0"/>
          </a:p>
          <a:p>
            <a:r>
              <a:rPr lang="fr-FR" sz="1600" dirty="0" smtClean="0"/>
              <a:t>Ce qui signifie que ce type de demande ne sera pas visible </a:t>
            </a:r>
            <a:r>
              <a:rPr lang="fr-FR" sz="1600" dirty="0" smtClean="0"/>
              <a:t>(pour  les utilisateurs de ses applications ou de ses services)  lors </a:t>
            </a:r>
            <a:r>
              <a:rPr lang="fr-FR" sz="1600" dirty="0" smtClean="0"/>
              <a:t>de la création d’une demande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1643042" y="2214554"/>
            <a:ext cx="3571900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5932016" y="3360232"/>
            <a:ext cx="6072206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6" name="ZoneTexte 6"/>
          <p:cNvSpPr txBox="1">
            <a:spLocks noChangeArrowheads="1"/>
          </p:cNvSpPr>
          <p:nvPr/>
        </p:nvSpPr>
        <p:spPr bwMode="auto">
          <a:xfrm>
            <a:off x="785786" y="357166"/>
            <a:ext cx="792961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Workflow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TMA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 </a:t>
            </a:r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: Description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357818" y="1643050"/>
            <a:ext cx="321471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Il est possible pour (presque) chaque état de définir une action.</a:t>
            </a:r>
          </a:p>
          <a:p>
            <a:r>
              <a:rPr lang="fr-FR" sz="1600" dirty="0" smtClean="0"/>
              <a:t>Ces </a:t>
            </a:r>
            <a:r>
              <a:rPr lang="fr-FR" sz="1600" dirty="0" smtClean="0"/>
              <a:t>actions </a:t>
            </a:r>
            <a:r>
              <a:rPr lang="fr-FR" sz="1600" dirty="0" smtClean="0"/>
              <a:t>sont définies par un symbole</a:t>
            </a:r>
          </a:p>
          <a:p>
            <a:endParaRPr lang="fr-FR" sz="1600" dirty="0" smtClean="0"/>
          </a:p>
          <a:p>
            <a:r>
              <a:rPr lang="fr-FR" sz="1600" dirty="0" smtClean="0"/>
              <a:t>     Le libellé de l’état change, mais la demande ne change pas d’intervenant</a:t>
            </a:r>
          </a:p>
          <a:p>
            <a:endParaRPr lang="fr-FR" sz="1600" dirty="0" smtClean="0"/>
          </a:p>
          <a:p>
            <a:r>
              <a:rPr lang="fr-FR" sz="1600" dirty="0" smtClean="0"/>
              <a:t>    Le libellé de l’état change, et  la demande  change d’intervenant</a:t>
            </a:r>
          </a:p>
          <a:p>
            <a:endParaRPr lang="fr-FR" sz="1600" dirty="0" smtClean="0"/>
          </a:p>
          <a:p>
            <a:r>
              <a:rPr lang="fr-FR" sz="1600" dirty="0" smtClean="0"/>
              <a:t>     Changement d’état automatique</a:t>
            </a:r>
          </a:p>
          <a:p>
            <a:endParaRPr lang="fr-FR" sz="1600" dirty="0" smtClean="0"/>
          </a:p>
          <a:p>
            <a:r>
              <a:rPr lang="fr-FR" sz="1600" dirty="0" smtClean="0"/>
              <a:t>      Envoi d’un mail</a:t>
            </a:r>
          </a:p>
          <a:p>
            <a:endParaRPr lang="fr-FR" sz="1600" dirty="0" smtClean="0"/>
          </a:p>
          <a:p>
            <a:r>
              <a:rPr lang="fr-FR" sz="1600" dirty="0" smtClean="0"/>
              <a:t>      Joindre un PDF dans le mail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1714488"/>
            <a:ext cx="5019685" cy="3654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57818" y="2857496"/>
            <a:ext cx="225843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510220" y="3929066"/>
            <a:ext cx="133350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357818" y="3919542"/>
            <a:ext cx="95250" cy="15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429257" y="4557722"/>
            <a:ext cx="214313" cy="30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385294" y="5133986"/>
            <a:ext cx="258276" cy="223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5357818" y="5500701"/>
            <a:ext cx="258539" cy="285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24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ZoneTexte 6"/>
          <p:cNvSpPr txBox="1">
            <a:spLocks noChangeArrowheads="1"/>
          </p:cNvSpPr>
          <p:nvPr/>
        </p:nvSpPr>
        <p:spPr bwMode="auto">
          <a:xfrm rot="16200000">
            <a:off x="6824995" y="4253211"/>
            <a:ext cx="4286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Suivi en temps réel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7" name="Image 16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1142976" y="5344555"/>
            <a:ext cx="7143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Cet écran permet de définir </a:t>
            </a:r>
            <a:r>
              <a:rPr lang="fr-FR" sz="1600" dirty="0" smtClean="0"/>
              <a:t>les actions à réaliser </a:t>
            </a:r>
            <a:r>
              <a:rPr lang="fr-FR" sz="1600" dirty="0" smtClean="0"/>
              <a:t>lors du changement d’état.</a:t>
            </a:r>
          </a:p>
          <a:p>
            <a:r>
              <a:rPr lang="fr-FR" sz="1600" dirty="0" smtClean="0">
                <a:sym typeface="Wingdings" pitchFamily="2" charset="2"/>
              </a:rPr>
              <a:t>Définition : </a:t>
            </a:r>
          </a:p>
          <a:p>
            <a:pPr>
              <a:buFont typeface="Wingdings"/>
              <a:buChar char="à"/>
            </a:pPr>
            <a:r>
              <a:rPr lang="fr-FR" sz="1600" dirty="0" smtClean="0">
                <a:sym typeface="Wingdings" pitchFamily="2" charset="2"/>
              </a:rPr>
              <a:t>Le « </a:t>
            </a:r>
            <a:r>
              <a:rPr lang="fr-FR" sz="1600" dirty="0" err="1" smtClean="0">
                <a:sym typeface="Wingdings" pitchFamily="2" charset="2"/>
              </a:rPr>
              <a:t>Rework</a:t>
            </a:r>
            <a:r>
              <a:rPr lang="fr-FR" sz="1600" dirty="0" smtClean="0">
                <a:sym typeface="Wingdings" pitchFamily="2" charset="2"/>
              </a:rPr>
              <a:t> » permet d’enregistrer la consommation supplémentaire sur une demande censée être terminée.</a:t>
            </a:r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Création d’un workflow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33563" y="1142984"/>
            <a:ext cx="5476875" cy="420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Simple, efficace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1214414" y="5000636"/>
            <a:ext cx="714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Dans cet écran, B-Hive vous permet de gérer la visibilité de certaines fonctionnalités du produit selon votre méthodologie.</a:t>
            </a:r>
          </a:p>
        </p:txBody>
      </p:sp>
      <p:sp>
        <p:nvSpPr>
          <p:cNvPr id="10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Fonctionnalité de résolution TMA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1357298"/>
            <a:ext cx="5753100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ZoneTexte 6"/>
          <p:cNvSpPr txBox="1">
            <a:spLocks noChangeArrowheads="1"/>
          </p:cNvSpPr>
          <p:nvPr/>
        </p:nvSpPr>
        <p:spPr bwMode="auto">
          <a:xfrm rot="16200000">
            <a:off x="6074892" y="3503108"/>
            <a:ext cx="578645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5400" b="1" dirty="0" smtClean="0">
                <a:solidFill>
                  <a:schemeClr val="accent4">
                    <a:lumMod val="50000"/>
                    <a:lumOff val="50000"/>
                  </a:schemeClr>
                </a:solidFill>
                <a:latin typeface="Arabic Typesetting" pitchFamily="66" charset="-78"/>
                <a:cs typeface="Arabic Typesetting" pitchFamily="66" charset="-78"/>
              </a:rPr>
              <a:t>Ecologique</a:t>
            </a:r>
            <a:endParaRPr lang="fr-FR" sz="5400" b="1" dirty="0">
              <a:solidFill>
                <a:schemeClr val="accent4">
                  <a:lumMod val="50000"/>
                  <a:lumOff val="50000"/>
                </a:schemeClr>
              </a:solidFill>
              <a:latin typeface="Arabic Typesetting" pitchFamily="66" charset="-78"/>
              <a:cs typeface="Arabic Typesetting" pitchFamily="66" charset="-78"/>
            </a:endParaRPr>
          </a:p>
        </p:txBody>
      </p:sp>
      <p:pic>
        <p:nvPicPr>
          <p:cNvPr id="13" name="Image 12" descr="logo-bhive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85913"/>
            <a:ext cx="1357290" cy="1272087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1214414" y="3714752"/>
            <a:ext cx="714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1600" dirty="0" smtClean="0"/>
          </a:p>
          <a:p>
            <a:r>
              <a:rPr lang="fr-FR" sz="1600" dirty="0" smtClean="0"/>
              <a:t> B-Hive envoi des mails quotidiennement aux personnes définie dans cette interface</a:t>
            </a:r>
            <a:endParaRPr lang="fr-FR" sz="1600" dirty="0"/>
          </a:p>
        </p:txBody>
      </p:sp>
      <p:sp>
        <p:nvSpPr>
          <p:cNvPr id="8" name="ZoneTexte 6"/>
          <p:cNvSpPr txBox="1">
            <a:spLocks noChangeArrowheads="1"/>
          </p:cNvSpPr>
          <p:nvPr/>
        </p:nvSpPr>
        <p:spPr bwMode="auto">
          <a:xfrm>
            <a:off x="1571604" y="357166"/>
            <a:ext cx="71438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40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Notification</a:t>
            </a:r>
            <a:endParaRPr lang="fr-FR" sz="40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57356" y="1785926"/>
            <a:ext cx="578167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ZoneTexte 6"/>
          <p:cNvSpPr txBox="1">
            <a:spLocks noChangeArrowheads="1"/>
          </p:cNvSpPr>
          <p:nvPr/>
        </p:nvSpPr>
        <p:spPr bwMode="auto">
          <a:xfrm>
            <a:off x="4357686" y="2000240"/>
            <a:ext cx="3429028" cy="2954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sz="6000" dirty="0" smtClean="0">
                <a:latin typeface="CordiaUPC" pitchFamily="34" charset="-34"/>
                <a:cs typeface="CordiaUPC" pitchFamily="34" charset="-34"/>
              </a:rPr>
              <a:t>Bee Software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Tel. 33 (0)3 62 27 62 38</a:t>
            </a:r>
          </a:p>
          <a:p>
            <a:pPr algn="ctr"/>
            <a:r>
              <a:rPr lang="fr-FR" sz="1800" dirty="0" smtClean="0">
                <a:latin typeface="Calibri" pitchFamily="34" charset="0"/>
              </a:rPr>
              <a:t>Gsm 33 (0)6 26 08 62 84</a:t>
            </a:r>
          </a:p>
          <a:p>
            <a:pPr algn="ctr"/>
            <a:r>
              <a:rPr lang="fr-FR" sz="1800" dirty="0" smtClean="0">
                <a:latin typeface="Calibri" pitchFamily="34" charset="0"/>
              </a:rPr>
              <a:t>Fax. 33 (0)3 62 27 62 39</a:t>
            </a:r>
          </a:p>
          <a:p>
            <a:pPr algn="ctr"/>
            <a:endParaRPr lang="fr-FR" sz="1800" dirty="0" smtClean="0">
              <a:latin typeface="Calibri" pitchFamily="34" charset="0"/>
            </a:endParaRPr>
          </a:p>
          <a:p>
            <a:pPr algn="ctr"/>
            <a:r>
              <a:rPr lang="fr-FR" sz="1800" dirty="0" smtClean="0">
                <a:latin typeface="Calibri" pitchFamily="34" charset="0"/>
              </a:rPr>
              <a:t>E-mail. contact@beesoftware.net</a:t>
            </a:r>
            <a:endParaRPr lang="fr-FR" sz="1800" dirty="0" smtClean="0">
              <a:latin typeface="Arial" charset="0"/>
              <a:cs typeface="Arial" charset="0"/>
            </a:endParaRPr>
          </a:p>
          <a:p>
            <a:endParaRPr lang="fr-FR" sz="1800" dirty="0" smtClean="0">
              <a:latin typeface="Arial" charset="0"/>
              <a:cs typeface="Arial" charset="0"/>
            </a:endParaRPr>
          </a:p>
          <a:p>
            <a:r>
              <a:rPr lang="fr-FR" sz="1800" dirty="0" smtClean="0">
                <a:latin typeface="Arial" charset="0"/>
                <a:cs typeface="Arial" charset="0"/>
              </a:rPr>
              <a:t>    http://www.beesoftware.net</a:t>
            </a:r>
          </a:p>
        </p:txBody>
      </p:sp>
      <p:sp>
        <p:nvSpPr>
          <p:cNvPr id="4107" name="ZoneTexte 10"/>
          <p:cNvSpPr txBox="1">
            <a:spLocks noChangeArrowheads="1"/>
          </p:cNvSpPr>
          <p:nvPr/>
        </p:nvSpPr>
        <p:spPr bwMode="auto">
          <a:xfrm>
            <a:off x="0" y="6596063"/>
            <a:ext cx="3643313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100"/>
              <a:t>Copyright © 2008 beesoftware.net. All Rights Reserved</a:t>
            </a:r>
            <a:endParaRPr lang="fr-FR" sz="1100"/>
          </a:p>
        </p:txBody>
      </p:sp>
      <p:sp>
        <p:nvSpPr>
          <p:cNvPr id="9" name="ZoneTexte 6"/>
          <p:cNvSpPr txBox="1">
            <a:spLocks noChangeArrowheads="1"/>
          </p:cNvSpPr>
          <p:nvPr/>
        </p:nvSpPr>
        <p:spPr bwMode="auto">
          <a:xfrm>
            <a:off x="4500562" y="357166"/>
            <a:ext cx="4214842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fr-FR" sz="5400" b="1" dirty="0" smtClean="0">
                <a:solidFill>
                  <a:schemeClr val="accent2"/>
                </a:solidFill>
                <a:latin typeface="CordiaUPC" pitchFamily="34" charset="-34"/>
                <a:cs typeface="CordiaUPC" pitchFamily="34" charset="-34"/>
              </a:rPr>
              <a:t>Nous contacter</a:t>
            </a:r>
            <a:endParaRPr lang="fr-FR" sz="5400" b="1" dirty="0">
              <a:solidFill>
                <a:schemeClr val="accent2"/>
              </a:solidFill>
              <a:latin typeface="CordiaUPC" pitchFamily="34" charset="-34"/>
              <a:cs typeface="CordiaUPC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123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ZoneTexte 2"/>
          <p:cNvSpPr txBox="1"/>
          <p:nvPr/>
        </p:nvSpPr>
        <p:spPr>
          <a:xfrm>
            <a:off x="428564" y="2071678"/>
            <a:ext cx="8715436" cy="14465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« Faire simple est probablement l’objectif </a:t>
            </a:r>
          </a:p>
          <a:p>
            <a:pPr algn="ctr"/>
            <a:r>
              <a:rPr lang="fr-FR" sz="4400" b="1" dirty="0" smtClean="0">
                <a:latin typeface="Vivaldi" pitchFamily="66" charset="0"/>
                <a:cs typeface="Vrinda" pitchFamily="2" charset="0"/>
              </a:rPr>
              <a:t>le plus sophistiqué du monde »</a:t>
            </a:r>
            <a:endParaRPr lang="fr-FR" sz="4400" b="1" dirty="0">
              <a:latin typeface="Vivaldi" pitchFamily="66" charset="0"/>
              <a:cs typeface="Vrinda" pitchFamily="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429224" y="3500438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accent6">
                    <a:lumMod val="75000"/>
                  </a:schemeClr>
                </a:solidFill>
                <a:latin typeface="CordiaUPC" pitchFamily="34" charset="-34"/>
                <a:cs typeface="CordiaUPC" pitchFamily="34" charset="-34"/>
              </a:rPr>
              <a:t>Steve Jobs (Co-fondateur d’Apple INC)</a:t>
            </a:r>
            <a:endParaRPr lang="fr-FR" b="1" dirty="0">
              <a:solidFill>
                <a:schemeClr val="accent6">
                  <a:lumMod val="75000"/>
                </a:schemeClr>
              </a:solidFill>
              <a:latin typeface="CordiaUPC" pitchFamily="34" charset="-34"/>
              <a:cs typeface="CordiaUPC" pitchFamily="34" charset="-34"/>
            </a:endParaRPr>
          </a:p>
        </p:txBody>
      </p:sp>
      <p:pic>
        <p:nvPicPr>
          <p:cNvPr id="5" name="Image 11" descr="Bee-Software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786322"/>
            <a:ext cx="4070106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66CC"/>
      </a:hlink>
      <a:folHlink>
        <a:srgbClr val="0099CC"/>
      </a:folHlink>
    </a:clrScheme>
    <a:fontScheme name="Modèle par défaut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4059</TotalTime>
  <Words>493</Words>
  <Application>Microsoft PowerPoint</Application>
  <PresentationFormat>Affichage à l'écran (4:3)</PresentationFormat>
  <Paragraphs>93</Paragraphs>
  <Slides>13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Modèle par défaut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L.Hermez</dc:creator>
  <cp:lastModifiedBy>Madgic</cp:lastModifiedBy>
  <cp:revision>358</cp:revision>
  <dcterms:created xsi:type="dcterms:W3CDTF">2008-08-18T15:51:12Z</dcterms:created>
  <dcterms:modified xsi:type="dcterms:W3CDTF">2010-01-28T11:45:29Z</dcterms:modified>
</cp:coreProperties>
</file>