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1" r:id="rId2"/>
    <p:sldId id="292" r:id="rId3"/>
    <p:sldId id="293" r:id="rId4"/>
    <p:sldId id="294" r:id="rId5"/>
    <p:sldId id="295" r:id="rId6"/>
    <p:sldId id="297" r:id="rId7"/>
    <p:sldId id="298" r:id="rId8"/>
    <p:sldId id="303" r:id="rId9"/>
    <p:sldId id="300" r:id="rId10"/>
    <p:sldId id="301" r:id="rId11"/>
    <p:sldId id="296" r:id="rId12"/>
    <p:sldId id="302" r:id="rId13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11/10/2008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</a:t>
            </a:r>
            <a:r>
              <a:rPr lang="fr-FR" sz="1200" dirty="0">
                <a:latin typeface="Calibri" pitchFamily="34" charset="0"/>
              </a:rPr>
              <a:t>. 33 (0)6 26 08 62 84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</a:t>
            </a:r>
            <a:r>
              <a:rPr lang="fr-FR" sz="1200" dirty="0">
                <a:latin typeface="Calibri" pitchFamily="34" charset="0"/>
              </a:rPr>
              <a:t>. contact@beesoftware.net</a:t>
            </a: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/>
              <a:t>Beesoftware – Septembre 2008</a:t>
            </a:r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3"/>
          <p:cNvSpPr txBox="1">
            <a:spLocks noChangeArrowheads="1"/>
          </p:cNvSpPr>
          <p:nvPr/>
        </p:nvSpPr>
        <p:spPr bwMode="auto">
          <a:xfrm>
            <a:off x="4572000" y="1500174"/>
            <a:ext cx="1643074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B</a:t>
            </a:r>
            <a:r>
              <a:rPr lang="fr-FR" sz="16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ee </a:t>
            </a:r>
            <a:r>
              <a:rPr lang="fr-FR" sz="1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Software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  est une Start-up spécialisée dans le développement de logiciels de Gestion de Maintenance Applicative</a:t>
            </a:r>
            <a:endParaRPr lang="fr-FR" sz="14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5" name="ZoneTexte 5"/>
          <p:cNvSpPr txBox="1">
            <a:spLocks noChangeArrowheads="1"/>
          </p:cNvSpPr>
          <p:nvPr/>
        </p:nvSpPr>
        <p:spPr bwMode="auto">
          <a:xfrm>
            <a:off x="5072066" y="3857628"/>
            <a:ext cx="2857520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B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-</a:t>
            </a:r>
            <a:r>
              <a:rPr lang="fr-FR" sz="14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 est multi-langue, simple d’utilisation, accessible par 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Internet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, personnalisable, et propose  les principales fonctionnalités des </a:t>
            </a:r>
            <a:r>
              <a:rPr lang="fr-FR" sz="1400" dirty="0" err="1" smtClean="0">
                <a:latin typeface="Vrinda" pitchFamily="2" charset="0"/>
                <a:cs typeface="Vrinda" pitchFamily="2" charset="0"/>
              </a:rPr>
              <a:t>Heldesk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, des gestions de TMA et des 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outils de suivi 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d’activité</a:t>
            </a:r>
          </a:p>
        </p:txBody>
      </p:sp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6429388" y="1500174"/>
            <a:ext cx="1785942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B</a:t>
            </a:r>
            <a:r>
              <a:rPr lang="fr-FR" sz="1400" dirty="0">
                <a:latin typeface="Vrinda" pitchFamily="2" charset="0"/>
                <a:cs typeface="Vrinda" pitchFamily="2" charset="0"/>
              </a:rPr>
              <a:t>-</a:t>
            </a:r>
            <a:r>
              <a:rPr lang="fr-FR" sz="14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400" dirty="0">
                <a:latin typeface="Vrinda" pitchFamily="2" charset="0"/>
                <a:cs typeface="Vrinda" pitchFamily="2" charset="0"/>
              </a:rPr>
              <a:t> 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possède 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différents tableaux </a:t>
            </a:r>
            <a:r>
              <a:rPr lang="fr-FR" sz="1400" dirty="0">
                <a:latin typeface="Vrinda" pitchFamily="2" charset="0"/>
                <a:cs typeface="Vrinda" pitchFamily="2" charset="0"/>
              </a:rPr>
              <a:t>de bord 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 </a:t>
            </a:r>
            <a:r>
              <a:rPr lang="fr-FR" sz="1400" dirty="0">
                <a:latin typeface="Vrinda" pitchFamily="2" charset="0"/>
                <a:cs typeface="Vrinda" pitchFamily="2" charset="0"/>
              </a:rPr>
              <a:t>pour une visualisation synthétique 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et intelligente </a:t>
            </a:r>
            <a:r>
              <a:rPr lang="fr-FR" sz="1400" dirty="0">
                <a:latin typeface="Vrinda" pitchFamily="2" charset="0"/>
                <a:cs typeface="Vrinda" pitchFamily="2" charset="0"/>
              </a:rPr>
              <a:t>de vos données projets en temps réel</a:t>
            </a:r>
          </a:p>
        </p:txBody>
      </p:sp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5857904" y="357166"/>
            <a:ext cx="28575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fr-FR" sz="5400" b="1" dirty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Présentation</a:t>
            </a: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3"/>
          <p:cNvSpPr txBox="1">
            <a:spLocks noChangeArrowheads="1"/>
          </p:cNvSpPr>
          <p:nvPr/>
        </p:nvSpPr>
        <p:spPr bwMode="auto">
          <a:xfrm>
            <a:off x="4572000" y="1500174"/>
            <a:ext cx="1714502" cy="196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L’unification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Un seul logiciel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homogénéise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toutes les activités du service.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Vous obtenez donc une vue claire et objective de l’état d’avancement de votre équipe</a:t>
            </a:r>
          </a:p>
        </p:txBody>
      </p:sp>
      <p:sp>
        <p:nvSpPr>
          <p:cNvPr id="6" name="ZoneTexte 3"/>
          <p:cNvSpPr txBox="1">
            <a:spLocks noChangeArrowheads="1"/>
          </p:cNvSpPr>
          <p:nvPr/>
        </p:nvSpPr>
        <p:spPr bwMode="auto">
          <a:xfrm>
            <a:off x="6215074" y="3643314"/>
            <a:ext cx="1928826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L’intégration</a:t>
            </a: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Toutes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les saisies sont directement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accessibles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via différents axes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d’analyse</a:t>
            </a:r>
            <a:endParaRPr lang="fr-FR" sz="1200" dirty="0"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(Diagramme de Gantt, Planning de Résolution des incidents, Compte Rendu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d’Activités, ou automatique via le 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workflow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, 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etc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…)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7" name="ZoneTexte 3"/>
          <p:cNvSpPr txBox="1">
            <a:spLocks noChangeArrowheads="1"/>
          </p:cNvSpPr>
          <p:nvPr/>
        </p:nvSpPr>
        <p:spPr bwMode="auto">
          <a:xfrm>
            <a:off x="6215074" y="1500174"/>
            <a:ext cx="178595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La </a:t>
            </a:r>
            <a:r>
              <a:rPr lang="fr-FR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sécurité (SSL)</a:t>
            </a:r>
            <a:endParaRPr lang="fr-FR" sz="1400" b="1" dirty="0">
              <a:solidFill>
                <a:schemeClr val="accent2">
                  <a:lumMod val="60000"/>
                  <a:lumOff val="40000"/>
                </a:schemeClr>
              </a:solidFill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Bee Software a optimisé son système de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sécurité sous    B-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afin de veiller à la protection de vos données sur Internet</a:t>
            </a:r>
          </a:p>
        </p:txBody>
      </p:sp>
      <p:sp>
        <p:nvSpPr>
          <p:cNvPr id="8" name="ZoneTexte 3"/>
          <p:cNvSpPr txBox="1">
            <a:spLocks noChangeArrowheads="1"/>
          </p:cNvSpPr>
          <p:nvPr/>
        </p:nvSpPr>
        <p:spPr bwMode="auto">
          <a:xfrm>
            <a:off x="4572000" y="3643314"/>
            <a:ext cx="1714502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La Facilité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La prise en main de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est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immédiate, intuitive,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facilitée par une ergonomie conviviale :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Quelques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minutes suffisent pour en comprendre le fonctionnement</a:t>
            </a:r>
          </a:p>
        </p:txBody>
      </p:sp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</a:t>
            </a:r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2" name="ZoneTexte 6"/>
          <p:cNvSpPr txBox="1">
            <a:spLocks noChangeArrowheads="1"/>
          </p:cNvSpPr>
          <p:nvPr/>
        </p:nvSpPr>
        <p:spPr bwMode="auto">
          <a:xfrm>
            <a:off x="5857904" y="357166"/>
            <a:ext cx="28575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B-</a:t>
            </a:r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3"/>
          <p:cNvSpPr txBox="1">
            <a:spLocks noChangeArrowheads="1"/>
          </p:cNvSpPr>
          <p:nvPr/>
        </p:nvSpPr>
        <p:spPr bwMode="auto">
          <a:xfrm>
            <a:off x="2714622" y="1857364"/>
            <a:ext cx="1714502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International</a:t>
            </a: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Afin de s’adapter à tous les utilisateurs,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est traduit dans plusieurs langues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10" name="ZoneTexte 3"/>
          <p:cNvSpPr txBox="1">
            <a:spLocks noChangeArrowheads="1"/>
          </p:cNvSpPr>
          <p:nvPr/>
        </p:nvSpPr>
        <p:spPr bwMode="auto">
          <a:xfrm>
            <a:off x="2714612" y="3429000"/>
            <a:ext cx="1714503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Mobilité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 est accessible à distance via un navigateur internet.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Grâce à cet accès, le logiciel est utilisable depuis n’importe quel ordinateur.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Il ne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requiert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ni livraison, ni installation sur un poste client.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>
            <a:spLocks noChangeArrowheads="1"/>
          </p:cNvSpPr>
          <p:nvPr/>
        </p:nvSpPr>
        <p:spPr bwMode="auto">
          <a:xfrm>
            <a:off x="3286116" y="1397000"/>
            <a:ext cx="1714501" cy="196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La Réactivité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 est votre allié dans la gestion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de temps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.</a:t>
            </a: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synthétise en temps réel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toutes les informations pour vous, permettant un gain de temps exceptionnel.</a:t>
            </a:r>
          </a:p>
        </p:txBody>
      </p:sp>
      <p:sp>
        <p:nvSpPr>
          <p:cNvPr id="5" name="ZoneTexte 3"/>
          <p:cNvSpPr txBox="1">
            <a:spLocks noChangeArrowheads="1"/>
          </p:cNvSpPr>
          <p:nvPr/>
        </p:nvSpPr>
        <p:spPr bwMode="auto">
          <a:xfrm>
            <a:off x="6858025" y="1393830"/>
            <a:ext cx="1428751" cy="233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Ecologique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B-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 permet de réduire votre consommation de papier de manière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non négligeable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, permettant ainsi de préserver l’environnement grâce à l’automatisation des données</a:t>
            </a:r>
          </a:p>
        </p:txBody>
      </p:sp>
      <p:sp>
        <p:nvSpPr>
          <p:cNvPr id="6" name="ZoneTexte 3"/>
          <p:cNvSpPr txBox="1">
            <a:spLocks noChangeArrowheads="1"/>
          </p:cNvSpPr>
          <p:nvPr/>
        </p:nvSpPr>
        <p:spPr bwMode="auto">
          <a:xfrm>
            <a:off x="3286116" y="3822723"/>
            <a:ext cx="1714512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La Personnalisation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- Vous pouvez paramétrer B-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 à votre problématique, à vos informations, à vos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habitudes de travail.</a:t>
            </a:r>
            <a:endParaRPr lang="fr-FR" sz="1200" dirty="0"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Ce paramétrage s’effectue à la volée, de façon immédiate.</a:t>
            </a:r>
          </a:p>
          <a:p>
            <a:pPr>
              <a:buFontTx/>
              <a:buChar char="-"/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Grâce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à son 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Workflow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, B-</a:t>
            </a:r>
            <a:r>
              <a:rPr lang="fr-FR" sz="1200" dirty="0" err="1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 s’adapte aux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besoins </a:t>
            </a:r>
            <a:r>
              <a:rPr lang="fr-FR" sz="1200" dirty="0">
                <a:latin typeface="Vrinda" pitchFamily="2" charset="0"/>
                <a:cs typeface="Vrinda" pitchFamily="2" charset="0"/>
              </a:rPr>
              <a:t>de votre entreprise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.</a:t>
            </a:r>
          </a:p>
        </p:txBody>
      </p:sp>
      <p:sp>
        <p:nvSpPr>
          <p:cNvPr id="7" name="ZoneTexte 3"/>
          <p:cNvSpPr txBox="1">
            <a:spLocks noChangeArrowheads="1"/>
          </p:cNvSpPr>
          <p:nvPr/>
        </p:nvSpPr>
        <p:spPr bwMode="auto">
          <a:xfrm>
            <a:off x="5072062" y="2506516"/>
            <a:ext cx="1714515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La Satisfaction</a:t>
            </a:r>
          </a:p>
          <a:p>
            <a:pPr>
              <a:defRPr/>
            </a:pPr>
            <a:r>
              <a:rPr lang="fr-FR" sz="1200" dirty="0">
                <a:latin typeface="Vrinda" pitchFamily="2" charset="0"/>
                <a:cs typeface="Vrinda" pitchFamily="2" charset="0"/>
              </a:rPr>
              <a:t>Il optimise les temps de recherche, la communication au sein du service, la traçabilité des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actions.</a:t>
            </a: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Il facilite l’obtention d’un niveau CMMI en généralisant votre méthodologie à l’ensemble des services de votre  société.</a:t>
            </a:r>
            <a:endParaRPr lang="fr-FR" sz="1200" dirty="0"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5857904" y="357166"/>
            <a:ext cx="28575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B-</a:t>
            </a:r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3"/>
          <p:cNvSpPr txBox="1">
            <a:spLocks noChangeArrowheads="1"/>
          </p:cNvSpPr>
          <p:nvPr/>
        </p:nvSpPr>
        <p:spPr bwMode="auto">
          <a:xfrm>
            <a:off x="6786578" y="3857628"/>
            <a:ext cx="1643065" cy="233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Vrinda" pitchFamily="2" charset="0"/>
                <a:cs typeface="Vrinda" pitchFamily="2" charset="0"/>
              </a:rPr>
              <a:t>Budget</a:t>
            </a:r>
            <a:endParaRPr lang="fr-FR" sz="1400" b="1" dirty="0">
              <a:solidFill>
                <a:schemeClr val="accent2">
                  <a:lumMod val="60000"/>
                  <a:lumOff val="40000"/>
                </a:schemeClr>
              </a:solidFill>
              <a:latin typeface="Vrinda" pitchFamily="2" charset="0"/>
              <a:cs typeface="Vrinda" pitchFamily="2" charset="0"/>
            </a:endParaRPr>
          </a:p>
          <a:p>
            <a:pPr>
              <a:defRPr/>
            </a:pPr>
            <a:r>
              <a:rPr lang="fr-FR" sz="1200" dirty="0" smtClean="0">
                <a:latin typeface="Vrinda" pitchFamily="2" charset="0"/>
                <a:cs typeface="Vrinda" pitchFamily="2" charset="0"/>
              </a:rPr>
              <a:t>Réaliser votre stratégie budgétaire. B-</a:t>
            </a:r>
            <a:r>
              <a:rPr lang="fr-FR" sz="1200" dirty="0" err="1" smtClean="0">
                <a:latin typeface="Vrinda" pitchFamily="2" charset="0"/>
                <a:cs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 est capable de retrouver le budget en fonction des pays demandeur ou du site de la TMA (utile pour différencier la TMA interne et les </a:t>
            </a:r>
            <a:r>
              <a:rPr lang="fr-FR" sz="1200" dirty="0" smtClean="0">
                <a:latin typeface="Vrinda" pitchFamily="2" charset="0"/>
                <a:cs typeface="Vrinda" pitchFamily="2" charset="0"/>
              </a:rPr>
              <a:t>offshores)</a:t>
            </a:r>
            <a:endParaRPr lang="fr-FR" sz="1200" dirty="0">
              <a:latin typeface="Vrinda" pitchFamily="2" charset="0"/>
              <a:cs typeface="Vrind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071538" y="1610013"/>
            <a:ext cx="75009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Le rapport d’activité est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saisi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sur la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demande de travaux permettant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ainsi de nombreux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tableaux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bord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Activity</a:t>
            </a:r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report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2789354"/>
            <a:ext cx="6786578" cy="2211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 descr="fiche incid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00" y="2357430"/>
            <a:ext cx="7540625" cy="2555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714348" y="1142984"/>
            <a:ext cx="81439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Améliorer vos chances d’obtenir votre niveau CMMI</a:t>
            </a:r>
          </a:p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Grâce à une méthodologie personnalisée, </a:t>
            </a:r>
          </a:p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généralisée à l’ensemble </a:t>
            </a:r>
            <a:r>
              <a:rPr lang="fr-FR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de vos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services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de temps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Workflow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57422" y="5139863"/>
            <a:ext cx="4357718" cy="1575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034" y="4643446"/>
            <a:ext cx="3271827" cy="68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357686" y="4786322"/>
            <a:ext cx="4210046" cy="68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 descr="gant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32" y="2285992"/>
            <a:ext cx="6038850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928662" y="1500174"/>
            <a:ext cx="76438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Améliorer le partage des taches grâce à la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visualisations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du </a:t>
            </a: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capacity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 planning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Personnalisable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Capacity</a:t>
            </a:r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planning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 descr="dossieranaly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22" y="1643050"/>
            <a:ext cx="5659437" cy="4716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2714612" y="1214422"/>
            <a:ext cx="3857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Le Dossier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d’Analyse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Reporting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000364" y="128586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Planning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des 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congés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3071810"/>
            <a:ext cx="5785195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3643306" y="2500306"/>
            <a:ext cx="3347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  <a:cs typeface="Aharoni" pitchFamily="2" charset="-79"/>
              </a:rPr>
              <a:t>Planning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  <a:cs typeface="Aharoni" pitchFamily="2" charset="-79"/>
              </a:rPr>
              <a:t>d’astreinte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  <a:cs typeface="Aharoni" pitchFamily="2" charset="-79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43174" y="4110343"/>
            <a:ext cx="51580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  <a:cs typeface="Aharoni" pitchFamily="2" charset="-79"/>
              </a:rPr>
              <a:t>Planning de suivi de production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  <a:cs typeface="Aharoni" pitchFamily="2" charset="-79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14546" y="4572008"/>
            <a:ext cx="5786478" cy="1045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3108" y="1857364"/>
            <a:ext cx="5857884" cy="560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Tableau de bord pertinent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6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Schedule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786050" y="1214422"/>
            <a:ext cx="5357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Prestation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par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collaborateurs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28926" y="2143116"/>
            <a:ext cx="52149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Prestation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par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partenaire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SSII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14710" y="307181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Prestation 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par budget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1714488"/>
            <a:ext cx="5974627" cy="295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2571744"/>
            <a:ext cx="6691330" cy="456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288" y="3071810"/>
            <a:ext cx="2886076" cy="139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Sécurité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5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Dashboard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86082" y="3643314"/>
            <a:ext cx="5429256" cy="132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119183" y="5000636"/>
            <a:ext cx="2952751" cy="1422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643438" y="5000636"/>
            <a:ext cx="3429024" cy="1528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</a:p>
          <a:p>
            <a:r>
              <a:rPr lang="fr-FR" sz="1800" dirty="0" smtClean="0">
                <a:latin typeface="Arial" charset="0"/>
                <a:cs typeface="Arial" charset="0"/>
              </a:rPr>
              <a:t>contact@beesoftware.net</a:t>
            </a: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+33 (0)6 26 08 62 84</a:t>
            </a: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57818" y="371475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2834</TotalTime>
  <Words>556</Words>
  <Application>Microsoft PowerPoint</Application>
  <PresentationFormat>Affichage à l'écran (4:3)</PresentationFormat>
  <Paragraphs>80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237</cp:revision>
  <dcterms:created xsi:type="dcterms:W3CDTF">2008-08-18T15:51:12Z</dcterms:created>
  <dcterms:modified xsi:type="dcterms:W3CDTF">2008-10-11T09:45:41Z</dcterms:modified>
</cp:coreProperties>
</file>