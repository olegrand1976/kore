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292" r:id="rId3"/>
    <p:sldId id="293" r:id="rId4"/>
    <p:sldId id="295" r:id="rId5"/>
    <p:sldId id="294" r:id="rId6"/>
    <p:sldId id="304" r:id="rId7"/>
    <p:sldId id="297" r:id="rId8"/>
    <p:sldId id="298" r:id="rId9"/>
    <p:sldId id="303" r:id="rId10"/>
    <p:sldId id="296" r:id="rId11"/>
    <p:sldId id="302" r:id="rId12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02/04/2009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</a:t>
            </a:r>
            <a:r>
              <a:rPr lang="fr-FR" sz="1200" dirty="0">
                <a:latin typeface="Calibri" pitchFamily="34" charset="0"/>
              </a:rPr>
              <a:t>. 33 (0)6 26 08 62 84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28728" y="2000240"/>
            <a:ext cx="4357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Workflow</a:t>
            </a: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CRA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3000364" y="357166"/>
            <a:ext cx="57150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CRA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00298" y="2143116"/>
            <a:ext cx="4714908" cy="2000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48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CRA prévisionnel</a:t>
            </a:r>
            <a:endParaRPr lang="fr-FR" dirty="0" smtClean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PREVISIONNEL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Réception d’une alerte afin de valider son CRA prévisionnel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1895491"/>
            <a:ext cx="75819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8" y="3143248"/>
            <a:ext cx="1209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PREVISIONNEL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u="sng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diaUPC" pitchFamily="34" charset="-34"/>
                <a:cs typeface="CordiaUPC" pitchFamily="34" charset="-34"/>
              </a:rPr>
              <a:t>Vérification</a:t>
            </a:r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du CRA mensuel &amp; </a:t>
            </a:r>
            <a:r>
              <a:rPr lang="fr-FR" sz="2800" b="1" u="sng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diaUPC" pitchFamily="34" charset="-34"/>
                <a:cs typeface="CordiaUPC" pitchFamily="34" charset="-34"/>
              </a:rPr>
              <a:t>Validation</a:t>
            </a:r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des informations commerciale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1643050"/>
            <a:ext cx="8072462" cy="3942332"/>
          </a:xfrm>
          <a:prstGeom prst="rect">
            <a:avLst/>
          </a:prstGeom>
          <a:noFill/>
        </p:spPr>
      </p:pic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6500826" y="4662573"/>
            <a:ext cx="1080533" cy="552377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-1-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Vérification</a:t>
            </a: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H="1" flipV="1">
            <a:off x="5786446" y="4541273"/>
            <a:ext cx="954400" cy="24504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4643438" y="3071810"/>
            <a:ext cx="1080532" cy="55373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-2-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Validation</a:t>
            </a:r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 flipH="1" flipV="1">
            <a:off x="3857620" y="3071810"/>
            <a:ext cx="889933" cy="36825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PREVISIONNEL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Correction de la semaine </a:t>
            </a:r>
            <a:r>
              <a:rPr lang="fr-FR" sz="2800" b="1" u="sng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diaUPC" pitchFamily="34" charset="-34"/>
                <a:cs typeface="CordiaUPC" pitchFamily="34" charset="-34"/>
              </a:rPr>
              <a:t>si besoin</a:t>
            </a:r>
            <a:endParaRPr lang="fr-FR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2000240"/>
            <a:ext cx="7715272" cy="2149829"/>
          </a:xfrm>
          <a:prstGeom prst="rect">
            <a:avLst/>
          </a:prstGeom>
          <a:noFill/>
        </p:spPr>
      </p:pic>
      <p:sp>
        <p:nvSpPr>
          <p:cNvPr id="15" name="Oval 8"/>
          <p:cNvSpPr>
            <a:spLocks noChangeArrowheads="1"/>
          </p:cNvSpPr>
          <p:nvPr/>
        </p:nvSpPr>
        <p:spPr bwMode="auto">
          <a:xfrm>
            <a:off x="4572000" y="3714752"/>
            <a:ext cx="1223962" cy="649288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-1-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Modifier</a:t>
            </a: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 flipV="1">
            <a:off x="5715008" y="3500438"/>
            <a:ext cx="647700" cy="5746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7" name="Oval 10"/>
          <p:cNvSpPr>
            <a:spLocks noChangeArrowheads="1"/>
          </p:cNvSpPr>
          <p:nvPr/>
        </p:nvSpPr>
        <p:spPr bwMode="auto">
          <a:xfrm>
            <a:off x="714348" y="3000372"/>
            <a:ext cx="1223962" cy="649287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-2-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Sauvegarder</a:t>
            </a: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 flipV="1">
            <a:off x="1865286" y="2714619"/>
            <a:ext cx="206383" cy="42862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1785918" y="5786454"/>
            <a:ext cx="551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dirty="0"/>
              <a:t>N’oubliez pas de noter cet après-midi en séminaire !!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48125" y="4810142"/>
            <a:ext cx="10477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PREVISIONNEL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Validation du CRA prévisionnel</a:t>
            </a:r>
            <a:endParaRPr lang="fr-FR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818" y="1785926"/>
            <a:ext cx="7500958" cy="3646299"/>
          </a:xfrm>
          <a:prstGeom prst="rect">
            <a:avLst/>
          </a:prstGeom>
          <a:noFill/>
        </p:spPr>
      </p:pic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4062418" y="2643182"/>
            <a:ext cx="1223962" cy="649288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-2-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Valider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4922845" y="2928934"/>
            <a:ext cx="720725" cy="6492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Oval 8"/>
          <p:cNvSpPr>
            <a:spLocks noChangeArrowheads="1"/>
          </p:cNvSpPr>
          <p:nvPr/>
        </p:nvSpPr>
        <p:spPr bwMode="auto">
          <a:xfrm>
            <a:off x="6786578" y="4429132"/>
            <a:ext cx="1223963" cy="6477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-1-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Vérification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 flipV="1">
            <a:off x="5848367" y="4427546"/>
            <a:ext cx="1081087" cy="2159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48125" y="5667398"/>
            <a:ext cx="10477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72066" y="5557861"/>
            <a:ext cx="12287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PREVISIONNEL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Réception du CRA par mail avec envoi automatique à </a:t>
            </a:r>
            <a:r>
              <a:rPr lang="fr-FR" sz="2800" b="1" u="sng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diaUPC" pitchFamily="34" charset="-34"/>
                <a:cs typeface="CordiaUPC" pitchFamily="34" charset="-34"/>
              </a:rPr>
              <a:t>gestion@sqltechnologies.com</a:t>
            </a:r>
            <a:endParaRPr lang="fr-FR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33463" y="1928813"/>
            <a:ext cx="7582607" cy="321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8" y="3648085"/>
            <a:ext cx="1209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3000364" y="357166"/>
            <a:ext cx="57150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CRA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00298" y="2143116"/>
            <a:ext cx="4714908" cy="2000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48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CRA définitif</a:t>
            </a:r>
            <a:endParaRPr lang="fr-FR" dirty="0" smtClean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CRA DEFINITIF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Réception du CRA par mail le dernier lundi du mois</a:t>
            </a:r>
            <a:endParaRPr lang="fr-FR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88" y="1514474"/>
            <a:ext cx="6968915" cy="434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72330" y="3857628"/>
            <a:ext cx="1209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dirty="0" smtClean="0">
                <a:latin typeface="Arial" charset="0"/>
                <a:cs typeface="Arial" charset="0"/>
              </a:rPr>
              <a:t>contact@beesoftware.net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+33 (0)6 26 08 62 84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3176</TotalTime>
  <Words>165</Words>
  <Application>Microsoft PowerPoint</Application>
  <PresentationFormat>Affichage à l'écran (4:3)</PresentationFormat>
  <Paragraphs>55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278</cp:revision>
  <dcterms:created xsi:type="dcterms:W3CDTF">2008-08-18T15:51:12Z</dcterms:created>
  <dcterms:modified xsi:type="dcterms:W3CDTF">2009-04-02T20:46:22Z</dcterms:modified>
</cp:coreProperties>
</file>